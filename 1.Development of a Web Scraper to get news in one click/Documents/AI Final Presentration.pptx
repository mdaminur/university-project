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handoutMasterIdLst>
    <p:handoutMasterId r:id="rId20"/>
  </p:handoutMasterIdLst>
  <p:sldIdLst>
    <p:sldId id="256" r:id="rId2"/>
    <p:sldId id="257" r:id="rId3"/>
    <p:sldId id="258" r:id="rId4"/>
    <p:sldId id="260" r:id="rId5"/>
    <p:sldId id="280" r:id="rId6"/>
    <p:sldId id="283" r:id="rId7"/>
    <p:sldId id="282" r:id="rId8"/>
    <p:sldId id="284" r:id="rId9"/>
    <p:sldId id="285" r:id="rId10"/>
    <p:sldId id="273" r:id="rId11"/>
    <p:sldId id="286" r:id="rId12"/>
    <p:sldId id="288" r:id="rId13"/>
    <p:sldId id="287" r:id="rId14"/>
    <p:sldId id="290" r:id="rId15"/>
    <p:sldId id="291" r:id="rId16"/>
    <p:sldId id="27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jMGPAmrmTN3Xh8SGsvfYOLc6Hi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806B99-47AD-407B-BFF4-D04D0D1ED63B}">
  <a:tblStyle styleId="{FE806B99-47AD-407B-BFF4-D04D0D1ED63B}" styleName="Table_0">
    <a:wholeTbl>
      <a:tcTxStyle b="off" i="off">
        <a:font>
          <a:latin typeface="Lucida Sans Unicode"/>
          <a:ea typeface="Lucida Sans Unicode"/>
          <a:cs typeface="Lucida Sans Unicode"/>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0F4"/>
          </a:solidFill>
        </a:fill>
      </a:tcStyle>
    </a:wholeTbl>
    <a:band1H>
      <a:tcTxStyle/>
      <a:tcStyle>
        <a:tcBdr/>
        <a:fill>
          <a:solidFill>
            <a:srgbClr val="CCDFE8"/>
          </a:solidFill>
        </a:fill>
      </a:tcStyle>
    </a:band1H>
    <a:band2H>
      <a:tcTxStyle/>
      <a:tcStyle>
        <a:tcBdr/>
      </a:tcStyle>
    </a:band2H>
    <a:band1V>
      <a:tcTxStyle/>
      <a:tcStyle>
        <a:tcBdr/>
        <a:fill>
          <a:solidFill>
            <a:srgbClr val="CCDFE8"/>
          </a:solidFill>
        </a:fill>
      </a:tcStyle>
    </a:band1V>
    <a:band2V>
      <a:tcTxStyle/>
      <a:tcStyle>
        <a:tcBdr/>
      </a:tcStyle>
    </a:band2V>
    <a:lastCol>
      <a:tcTxStyle b="on" i="off">
        <a:font>
          <a:latin typeface="Lucida Sans Unicode"/>
          <a:ea typeface="Lucida Sans Unicode"/>
          <a:cs typeface="Lucida Sans Unicode"/>
        </a:font>
        <a:schemeClr val="lt1"/>
      </a:tcTxStyle>
      <a:tcStyle>
        <a:tcBdr/>
        <a:fill>
          <a:solidFill>
            <a:schemeClr val="accent1"/>
          </a:solidFill>
        </a:fill>
      </a:tcStyle>
    </a:lastCol>
    <a:firstCol>
      <a:tcTxStyle b="on" i="off">
        <a:font>
          <a:latin typeface="Lucida Sans Unicode"/>
          <a:ea typeface="Lucida Sans Unicode"/>
          <a:cs typeface="Lucida Sans Unicode"/>
        </a:font>
        <a:schemeClr val="lt1"/>
      </a:tcTxStyle>
      <a:tcStyle>
        <a:tcBdr/>
        <a:fill>
          <a:solidFill>
            <a:schemeClr val="accent1"/>
          </a:solidFill>
        </a:fill>
      </a:tcStyle>
    </a:firstCol>
    <a:lastRow>
      <a:tcTxStyle b="on" i="off">
        <a:font>
          <a:latin typeface="Lucida Sans Unicode"/>
          <a:ea typeface="Lucida Sans Unicode"/>
          <a:cs typeface="Lucida Sans Unicode"/>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Lucida Sans Unicode"/>
          <a:ea typeface="Lucida Sans Unicode"/>
          <a:cs typeface="Lucida Sans Unicode"/>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8" d="100"/>
          <a:sy n="68" d="100"/>
        </p:scale>
        <p:origin x="592" y="56"/>
      </p:cViewPr>
      <p:guideLst>
        <p:guide orient="horz" pos="2160"/>
        <p:guide pos="3840"/>
      </p:guideLst>
    </p:cSldViewPr>
  </p:slideViewPr>
  <p:notesTextViewPr>
    <p:cViewPr>
      <p:scale>
        <a:sx n="1" d="1"/>
        <a:sy n="1" d="1"/>
      </p:scale>
      <p:origin x="0" y="0"/>
    </p:cViewPr>
  </p:notesTextViewPr>
  <p:notesViewPr>
    <p:cSldViewPr snapToGrid="0">
      <p:cViewPr varScale="1">
        <p:scale>
          <a:sx n="52" d="100"/>
          <a:sy n="52" d="100"/>
        </p:scale>
        <p:origin x="268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7D10120-A808-3DDC-BA4F-07569227AC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515B8F2-1A3C-E487-AC8A-F663FFCDFA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956D2-8A53-47FE-B2D3-2335D48D8A06}" type="datetimeFigureOut">
              <a:rPr lang="en-US" smtClean="0"/>
              <a:t>7/27/2022</a:t>
            </a:fld>
            <a:endParaRPr lang="en-US"/>
          </a:p>
        </p:txBody>
      </p:sp>
      <p:sp>
        <p:nvSpPr>
          <p:cNvPr id="4" name="Footer Placeholder 3">
            <a:extLst>
              <a:ext uri="{FF2B5EF4-FFF2-40B4-BE49-F238E27FC236}">
                <a16:creationId xmlns:a16="http://schemas.microsoft.com/office/drawing/2014/main" id="{482F93BB-2AC0-1A55-2B33-2C6C1DC849F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0FD688-A74B-A339-ADE0-0DA3E6D650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516098-A004-4796-99DF-EA15CBAE347E}" type="slidenum">
              <a:rPr lang="en-US" smtClean="0"/>
              <a:t>‹#›</a:t>
            </a:fld>
            <a:endParaRPr lang="en-US"/>
          </a:p>
        </p:txBody>
      </p:sp>
    </p:spTree>
    <p:extLst>
      <p:ext uri="{BB962C8B-B14F-4D97-AF65-F5344CB8AC3E}">
        <p14:creationId xmlns:p14="http://schemas.microsoft.com/office/powerpoint/2010/main" val="961981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377842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196671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661390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255151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9"/>
        <p:cNvGrpSpPr/>
        <p:nvPr/>
      </p:nvGrpSpPr>
      <p:grpSpPr>
        <a:xfrm>
          <a:off x="0" y="0"/>
          <a:ext cx="0" cy="0"/>
          <a:chOff x="0" y="0"/>
          <a:chExt cx="0" cy="0"/>
        </a:xfrm>
      </p:grpSpPr>
      <p:sp>
        <p:nvSpPr>
          <p:cNvPr id="20" name="Google Shape;20;p19"/>
          <p:cNvSpPr/>
          <p:nvPr/>
        </p:nvSpPr>
        <p:spPr>
          <a:xfrm>
            <a:off x="-2" y="4664147"/>
            <a:ext cx="12201452"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21" name="Google Shape;21;p19"/>
          <p:cNvSpPr txBox="1">
            <a:spLocks noGrp="1"/>
          </p:cNvSpPr>
          <p:nvPr>
            <p:ph type="ctrTitle"/>
          </p:nvPr>
        </p:nvSpPr>
        <p:spPr>
          <a:xfrm>
            <a:off x="914400" y="1752606"/>
            <a:ext cx="10363200" cy="1829761"/>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2"/>
              </a:buClr>
              <a:buSzPts val="4800"/>
              <a:buFont typeface="Lucida Sans"/>
              <a:buNone/>
              <a:defRPr sz="48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9"/>
          <p:cNvSpPr txBox="1">
            <a:spLocks noGrp="1"/>
          </p:cNvSpPr>
          <p:nvPr>
            <p:ph type="subTitle" idx="1"/>
          </p:nvPr>
        </p:nvSpPr>
        <p:spPr>
          <a:xfrm>
            <a:off x="914400" y="3611607"/>
            <a:ext cx="10363200" cy="1199704"/>
          </a:xfrm>
          <a:prstGeom prst="rect">
            <a:avLst/>
          </a:prstGeom>
          <a:noFill/>
          <a:ln>
            <a:noFill/>
          </a:ln>
        </p:spPr>
        <p:txBody>
          <a:bodyPr spcFirstLastPara="1" wrap="square" lIns="45700" tIns="45700" rIns="45700" bIns="45700" anchor="t" anchorCtr="0">
            <a:normAutofit/>
          </a:bodyPr>
          <a:lstStyle>
            <a:lvl1pPr marR="64008" lvl="0"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a:endParaRPr/>
          </a:p>
        </p:txBody>
      </p:sp>
      <p:grpSp>
        <p:nvGrpSpPr>
          <p:cNvPr id="23" name="Google Shape;23;p19"/>
          <p:cNvGrpSpPr/>
          <p:nvPr/>
        </p:nvGrpSpPr>
        <p:grpSpPr>
          <a:xfrm>
            <a:off x="-5018" y="4953000"/>
            <a:ext cx="12197020" cy="1912088"/>
            <a:chOff x="-3765" y="4832896"/>
            <a:chExt cx="9147765" cy="2032192"/>
          </a:xfrm>
        </p:grpSpPr>
        <p:sp>
          <p:nvSpPr>
            <p:cNvPr id="24" name="Google Shape;24;p19"/>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5" name="Google Shape;25;p19"/>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6" name="Google Shape;26;p19"/>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ln/>
          </p:spPr>
          <p:style>
            <a:lnRef idx="0">
              <a:schemeClr val="accent1"/>
            </a:lnRef>
            <a:fillRef idx="3">
              <a:schemeClr val="accent1"/>
            </a:fillRef>
            <a:effectRef idx="3">
              <a:schemeClr val="accent1"/>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27" name="Google Shape;27;p19"/>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28" name="Google Shape;28;p19"/>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rgbClr val="FFFFFF"/>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29" name="Google Shape;29;p19"/>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rgbClr val="E7F0F4"/>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30" name="Google Shape;30;p19"/>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FFFFFF"/>
                </a:solidFill>
                <a:latin typeface="Lucida Sans"/>
                <a:ea typeface="Lucida Sans"/>
                <a:cs typeface="Lucida Sans"/>
                <a:sym typeface="Lucida Sans"/>
              </a:defRPr>
            </a:lvl1pPr>
            <a:lvl2pPr marL="0" marR="0" lvl="1" indent="0" algn="l" rtl="0">
              <a:spcBef>
                <a:spcPts val="0"/>
              </a:spcBef>
              <a:buNone/>
              <a:defRPr sz="1800">
                <a:solidFill>
                  <a:srgbClr val="FFFFFF"/>
                </a:solidFill>
                <a:latin typeface="Lucida Sans"/>
                <a:ea typeface="Lucida Sans"/>
                <a:cs typeface="Lucida Sans"/>
                <a:sym typeface="Lucida Sans"/>
              </a:defRPr>
            </a:lvl2pPr>
            <a:lvl3pPr marL="0" marR="0" lvl="2" indent="0" algn="l" rtl="0">
              <a:spcBef>
                <a:spcPts val="0"/>
              </a:spcBef>
              <a:buNone/>
              <a:defRPr sz="1800">
                <a:solidFill>
                  <a:srgbClr val="FFFFFF"/>
                </a:solidFill>
                <a:latin typeface="Lucida Sans"/>
                <a:ea typeface="Lucida Sans"/>
                <a:cs typeface="Lucida Sans"/>
                <a:sym typeface="Lucida Sans"/>
              </a:defRPr>
            </a:lvl3pPr>
            <a:lvl4pPr marL="0" marR="0" lvl="3" indent="0" algn="l" rtl="0">
              <a:spcBef>
                <a:spcPts val="0"/>
              </a:spcBef>
              <a:buNone/>
              <a:defRPr sz="1800">
                <a:solidFill>
                  <a:srgbClr val="FFFFFF"/>
                </a:solidFill>
                <a:latin typeface="Lucida Sans"/>
                <a:ea typeface="Lucida Sans"/>
                <a:cs typeface="Lucida Sans"/>
                <a:sym typeface="Lucida Sans"/>
              </a:defRPr>
            </a:lvl4pPr>
            <a:lvl5pPr marL="0" marR="0" lvl="4" indent="0" algn="l" rtl="0">
              <a:spcBef>
                <a:spcPts val="0"/>
              </a:spcBef>
              <a:buNone/>
              <a:defRPr sz="1800">
                <a:solidFill>
                  <a:srgbClr val="FFFFFF"/>
                </a:solidFill>
                <a:latin typeface="Lucida Sans"/>
                <a:ea typeface="Lucida Sans"/>
                <a:cs typeface="Lucida Sans"/>
                <a:sym typeface="Lucida Sans"/>
              </a:defRPr>
            </a:lvl5pPr>
            <a:lvl6pPr marL="0" marR="0" lvl="5" indent="0" algn="l" rtl="0">
              <a:spcBef>
                <a:spcPts val="0"/>
              </a:spcBef>
              <a:buNone/>
              <a:defRPr sz="1800">
                <a:solidFill>
                  <a:srgbClr val="FFFFFF"/>
                </a:solidFill>
                <a:latin typeface="Lucida Sans"/>
                <a:ea typeface="Lucida Sans"/>
                <a:cs typeface="Lucida Sans"/>
                <a:sym typeface="Lucida Sans"/>
              </a:defRPr>
            </a:lvl6pPr>
            <a:lvl7pPr marL="0" marR="0" lvl="6" indent="0" algn="l" rtl="0">
              <a:spcBef>
                <a:spcPts val="0"/>
              </a:spcBef>
              <a:buNone/>
              <a:defRPr sz="1800">
                <a:solidFill>
                  <a:srgbClr val="FFFFFF"/>
                </a:solidFill>
                <a:latin typeface="Lucida Sans"/>
                <a:ea typeface="Lucida Sans"/>
                <a:cs typeface="Lucida Sans"/>
                <a:sym typeface="Lucida Sans"/>
              </a:defRPr>
            </a:lvl7pPr>
            <a:lvl8pPr marL="0" marR="0" lvl="7" indent="0" algn="l" rtl="0">
              <a:spcBef>
                <a:spcPts val="0"/>
              </a:spcBef>
              <a:buNone/>
              <a:defRPr sz="1800">
                <a:solidFill>
                  <a:srgbClr val="FFFFFF"/>
                </a:solidFill>
                <a:latin typeface="Lucida Sans"/>
                <a:ea typeface="Lucida Sans"/>
                <a:cs typeface="Lucida Sans"/>
                <a:sym typeface="Lucida Sans"/>
              </a:defRPr>
            </a:lvl8pPr>
            <a:lvl9pPr marL="0" marR="0" lvl="8" indent="0" algn="l" rtl="0">
              <a:spcBef>
                <a:spcPts val="0"/>
              </a:spcBef>
              <a:buNone/>
              <a:defRPr sz="1800">
                <a:solidFill>
                  <a:srgbClr val="FFFFFF"/>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20"/>
          <p:cNvSpPr txBox="1">
            <a:spLocks noGrp="1"/>
          </p:cNvSpPr>
          <p:nvPr>
            <p:ph type="body" idx="1"/>
          </p:nvPr>
        </p:nvSpPr>
        <p:spPr>
          <a:xfrm>
            <a:off x="609600" y="1481333"/>
            <a:ext cx="10972800" cy="4525963"/>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dirty="0"/>
          </a:p>
        </p:txBody>
      </p:sp>
      <p:sp>
        <p:nvSpPr>
          <p:cNvPr id="33" name="Google Shape;33;p20"/>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Lucida Sans"/>
                <a:ea typeface="Lucida Sans"/>
                <a:cs typeface="Lucida Sans"/>
                <a:sym typeface="Lucida Sans"/>
              </a:defRPr>
            </a:lvl1pPr>
            <a:lvl2pPr marL="0" marR="0" lvl="1" indent="0" algn="l" rtl="0">
              <a:spcBef>
                <a:spcPts val="0"/>
              </a:spcBef>
              <a:buNone/>
              <a:defRPr sz="1800">
                <a:solidFill>
                  <a:schemeClr val="dk1"/>
                </a:solidFill>
                <a:latin typeface="Lucida Sans"/>
                <a:ea typeface="Lucida Sans"/>
                <a:cs typeface="Lucida Sans"/>
                <a:sym typeface="Lucida Sans"/>
              </a:defRPr>
            </a:lvl2pPr>
            <a:lvl3pPr marL="0" marR="0" lvl="2" indent="0" algn="l" rtl="0">
              <a:spcBef>
                <a:spcPts val="0"/>
              </a:spcBef>
              <a:buNone/>
              <a:defRPr sz="1800">
                <a:solidFill>
                  <a:schemeClr val="dk1"/>
                </a:solidFill>
                <a:latin typeface="Lucida Sans"/>
                <a:ea typeface="Lucida Sans"/>
                <a:cs typeface="Lucida Sans"/>
                <a:sym typeface="Lucida Sans"/>
              </a:defRPr>
            </a:lvl3pPr>
            <a:lvl4pPr marL="0" marR="0" lvl="3" indent="0" algn="l" rtl="0">
              <a:spcBef>
                <a:spcPts val="0"/>
              </a:spcBef>
              <a:buNone/>
              <a:defRPr sz="1800">
                <a:solidFill>
                  <a:schemeClr val="dk1"/>
                </a:solidFill>
                <a:latin typeface="Lucida Sans"/>
                <a:ea typeface="Lucida Sans"/>
                <a:cs typeface="Lucida Sans"/>
                <a:sym typeface="Lucida Sans"/>
              </a:defRPr>
            </a:lvl4pPr>
            <a:lvl5pPr marL="0" marR="0" lvl="4" indent="0" algn="l" rtl="0">
              <a:spcBef>
                <a:spcPts val="0"/>
              </a:spcBef>
              <a:buNone/>
              <a:defRPr sz="1800">
                <a:solidFill>
                  <a:schemeClr val="dk1"/>
                </a:solidFill>
                <a:latin typeface="Lucida Sans"/>
                <a:ea typeface="Lucida Sans"/>
                <a:cs typeface="Lucida Sans"/>
                <a:sym typeface="Lucida Sans"/>
              </a:defRPr>
            </a:lvl5pPr>
            <a:lvl6pPr marL="0" marR="0" lvl="5" indent="0" algn="l" rtl="0">
              <a:spcBef>
                <a:spcPts val="0"/>
              </a:spcBef>
              <a:buNone/>
              <a:defRPr sz="1800">
                <a:solidFill>
                  <a:schemeClr val="dk1"/>
                </a:solidFill>
                <a:latin typeface="Lucida Sans"/>
                <a:ea typeface="Lucida Sans"/>
                <a:cs typeface="Lucida Sans"/>
                <a:sym typeface="Lucida Sans"/>
              </a:defRPr>
            </a:lvl6pPr>
            <a:lvl7pPr marL="0" marR="0" lvl="6" indent="0" algn="l" rtl="0">
              <a:spcBef>
                <a:spcPts val="0"/>
              </a:spcBef>
              <a:buNone/>
              <a:defRPr sz="1800">
                <a:solidFill>
                  <a:schemeClr val="dk1"/>
                </a:solidFill>
                <a:latin typeface="Lucida Sans"/>
                <a:ea typeface="Lucida Sans"/>
                <a:cs typeface="Lucida Sans"/>
                <a:sym typeface="Lucida Sans"/>
              </a:defRPr>
            </a:lvl7pPr>
            <a:lvl8pPr marL="0" marR="0" lvl="7" indent="0" algn="l" rtl="0">
              <a:spcBef>
                <a:spcPts val="0"/>
              </a:spcBef>
              <a:buNone/>
              <a:defRPr sz="1800">
                <a:solidFill>
                  <a:schemeClr val="dk1"/>
                </a:solidFill>
                <a:latin typeface="Lucida Sans"/>
                <a:ea typeface="Lucida Sans"/>
                <a:cs typeface="Lucida Sans"/>
                <a:sym typeface="Lucida Sans"/>
              </a:defRPr>
            </a:lvl8pPr>
            <a:lvl9pPr marL="0" marR="0" lvl="8" indent="0" algn="l" rtl="0">
              <a:spcBef>
                <a:spcPts val="0"/>
              </a:spcBef>
              <a:buNone/>
              <a:defRPr sz="1800">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
        <p:nvSpPr>
          <p:cNvPr id="34" name="Google Shape;34;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 name="Google Shape;35;p20"/>
          <p:cNvPicPr preferRelativeResize="0"/>
          <p:nvPr/>
        </p:nvPicPr>
        <p:blipFill rotWithShape="1">
          <a:blip r:embed="rId2">
            <a:alphaModFix/>
          </a:blip>
          <a:srcRect/>
          <a:stretch/>
        </p:blipFill>
        <p:spPr>
          <a:xfrm>
            <a:off x="10840919" y="118811"/>
            <a:ext cx="1111140" cy="1298828"/>
          </a:xfrm>
          <a:prstGeom prst="rect">
            <a:avLst/>
          </a:prstGeom>
          <a:noFill/>
          <a:ln>
            <a:noFill/>
          </a:ln>
        </p:spPr>
      </p:pic>
      <p:sp>
        <p:nvSpPr>
          <p:cNvPr id="36" name="Google Shape;36;p20"/>
          <p:cNvSpPr/>
          <p:nvPr/>
        </p:nvSpPr>
        <p:spPr>
          <a:xfrm rot="5400000">
            <a:off x="-376743" y="1387404"/>
            <a:ext cx="1224537" cy="471056"/>
          </a:xfrm>
          <a:prstGeom prst="rect">
            <a:avLst/>
          </a:prstGeom>
          <a:solidFill>
            <a:srgbClr val="C00000"/>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chemeClr val="lt1"/>
                </a:solidFill>
                <a:latin typeface="Arial Rounded"/>
                <a:ea typeface="Arial Rounded"/>
                <a:cs typeface="Arial Rounded"/>
                <a:sym typeface="Arial Rounded"/>
              </a:rPr>
              <a:t> Group No </a:t>
            </a:r>
            <a:endParaRPr dirty="0"/>
          </a:p>
          <a:p>
            <a:pPr marL="0" marR="0" lvl="0" indent="0" algn="ctr" rtl="0">
              <a:spcBef>
                <a:spcPts val="0"/>
              </a:spcBef>
              <a:spcAft>
                <a:spcPts val="0"/>
              </a:spcAft>
              <a:buNone/>
            </a:pPr>
            <a:r>
              <a:rPr lang="en-US" sz="1400" b="1" dirty="0">
                <a:solidFill>
                  <a:schemeClr val="lt1"/>
                </a:solidFill>
                <a:latin typeface="Arial Rounded"/>
                <a:ea typeface="Arial Rounded"/>
                <a:cs typeface="Arial Rounded"/>
                <a:sym typeface="Arial Rounded"/>
              </a:rPr>
              <a:t> 00</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25"/>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68" name="Google Shape;68;p25"/>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69" name="Google Shape;69;p25"/>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Lucida Sans"/>
                <a:ea typeface="Lucida Sans"/>
                <a:cs typeface="Lucida Sans"/>
                <a:sym typeface="Lucida Sans"/>
              </a:defRPr>
            </a:lvl1pPr>
            <a:lvl2pPr marL="0" marR="0" lvl="1" indent="0" algn="l" rtl="0">
              <a:spcBef>
                <a:spcPts val="0"/>
              </a:spcBef>
              <a:buNone/>
              <a:defRPr sz="1800">
                <a:solidFill>
                  <a:schemeClr val="dk1"/>
                </a:solidFill>
                <a:latin typeface="Lucida Sans"/>
                <a:ea typeface="Lucida Sans"/>
                <a:cs typeface="Lucida Sans"/>
                <a:sym typeface="Lucida Sans"/>
              </a:defRPr>
            </a:lvl2pPr>
            <a:lvl3pPr marL="0" marR="0" lvl="2" indent="0" algn="l" rtl="0">
              <a:spcBef>
                <a:spcPts val="0"/>
              </a:spcBef>
              <a:buNone/>
              <a:defRPr sz="1800">
                <a:solidFill>
                  <a:schemeClr val="dk1"/>
                </a:solidFill>
                <a:latin typeface="Lucida Sans"/>
                <a:ea typeface="Lucida Sans"/>
                <a:cs typeface="Lucida Sans"/>
                <a:sym typeface="Lucida Sans"/>
              </a:defRPr>
            </a:lvl3pPr>
            <a:lvl4pPr marL="0" marR="0" lvl="3" indent="0" algn="l" rtl="0">
              <a:spcBef>
                <a:spcPts val="0"/>
              </a:spcBef>
              <a:buNone/>
              <a:defRPr sz="1800">
                <a:solidFill>
                  <a:schemeClr val="dk1"/>
                </a:solidFill>
                <a:latin typeface="Lucida Sans"/>
                <a:ea typeface="Lucida Sans"/>
                <a:cs typeface="Lucida Sans"/>
                <a:sym typeface="Lucida Sans"/>
              </a:defRPr>
            </a:lvl4pPr>
            <a:lvl5pPr marL="0" marR="0" lvl="4" indent="0" algn="l" rtl="0">
              <a:spcBef>
                <a:spcPts val="0"/>
              </a:spcBef>
              <a:buNone/>
              <a:defRPr sz="1800">
                <a:solidFill>
                  <a:schemeClr val="dk1"/>
                </a:solidFill>
                <a:latin typeface="Lucida Sans"/>
                <a:ea typeface="Lucida Sans"/>
                <a:cs typeface="Lucida Sans"/>
                <a:sym typeface="Lucida Sans"/>
              </a:defRPr>
            </a:lvl5pPr>
            <a:lvl6pPr marL="0" marR="0" lvl="5" indent="0" algn="l" rtl="0">
              <a:spcBef>
                <a:spcPts val="0"/>
              </a:spcBef>
              <a:buNone/>
              <a:defRPr sz="1800">
                <a:solidFill>
                  <a:schemeClr val="dk1"/>
                </a:solidFill>
                <a:latin typeface="Lucida Sans"/>
                <a:ea typeface="Lucida Sans"/>
                <a:cs typeface="Lucida Sans"/>
                <a:sym typeface="Lucida Sans"/>
              </a:defRPr>
            </a:lvl6pPr>
            <a:lvl7pPr marL="0" marR="0" lvl="6" indent="0" algn="l" rtl="0">
              <a:spcBef>
                <a:spcPts val="0"/>
              </a:spcBef>
              <a:buNone/>
              <a:defRPr sz="1800">
                <a:solidFill>
                  <a:schemeClr val="dk1"/>
                </a:solidFill>
                <a:latin typeface="Lucida Sans"/>
                <a:ea typeface="Lucida Sans"/>
                <a:cs typeface="Lucida Sans"/>
                <a:sym typeface="Lucida Sans"/>
              </a:defRPr>
            </a:lvl7pPr>
            <a:lvl8pPr marL="0" marR="0" lvl="7" indent="0" algn="l" rtl="0">
              <a:spcBef>
                <a:spcPts val="0"/>
              </a:spcBef>
              <a:buNone/>
              <a:defRPr sz="1800">
                <a:solidFill>
                  <a:schemeClr val="dk1"/>
                </a:solidFill>
                <a:latin typeface="Lucida Sans"/>
                <a:ea typeface="Lucida Sans"/>
                <a:cs typeface="Lucida Sans"/>
                <a:sym typeface="Lucida Sans"/>
              </a:defRPr>
            </a:lvl8pPr>
            <a:lvl9pPr marL="0" marR="0" lvl="8" indent="0" algn="l" rtl="0">
              <a:spcBef>
                <a:spcPts val="0"/>
              </a:spcBef>
              <a:buNone/>
              <a:defRPr sz="1800">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blipFill rotWithShape="1">
          <a:blip r:embed="rId2">
            <a:alphaModFix/>
          </a:blip>
          <a:tile tx="0" ty="0" sx="50000" sy="50000" flip="none" algn="tl"/>
        </a:blipFill>
        <a:effectLst/>
      </p:bgPr>
    </p:bg>
    <p:spTree>
      <p:nvGrpSpPr>
        <p:cNvPr id="1" name="Shape 70"/>
        <p:cNvGrpSpPr/>
        <p:nvPr/>
      </p:nvGrpSpPr>
      <p:grpSpPr>
        <a:xfrm>
          <a:off x="0" y="0"/>
          <a:ext cx="0" cy="0"/>
          <a:chOff x="0" y="0"/>
          <a:chExt cx="0" cy="0"/>
        </a:xfrm>
      </p:grpSpPr>
      <p:sp>
        <p:nvSpPr>
          <p:cNvPr id="71" name="Google Shape;71;p26"/>
          <p:cNvSpPr txBox="1">
            <a:spLocks noGrp="1"/>
          </p:cNvSpPr>
          <p:nvPr>
            <p:ph type="title"/>
          </p:nvPr>
        </p:nvSpPr>
        <p:spPr>
          <a:xfrm>
            <a:off x="1219200" y="4876800"/>
            <a:ext cx="9975701"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Clr>
                <a:schemeClr val="accent1"/>
              </a:buClr>
              <a:buSzPts val="2500"/>
              <a:buFont typeface="Lucida Sans"/>
              <a:buNone/>
              <a:defRPr sz="25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6"/>
          <p:cNvSpPr txBox="1">
            <a:spLocks noGrp="1"/>
          </p:cNvSpPr>
          <p:nvPr>
            <p:ph type="body" idx="1"/>
          </p:nvPr>
        </p:nvSpPr>
        <p:spPr>
          <a:xfrm>
            <a:off x="5892800" y="5355102"/>
            <a:ext cx="5299456" cy="914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1088"/>
              <a:buNone/>
              <a:defRPr sz="1600"/>
            </a:lvl1pPr>
            <a:lvl2pPr marL="914400" lvl="1" indent="-228600" algn="l">
              <a:spcBef>
                <a:spcPts val="324"/>
              </a:spcBef>
              <a:spcAft>
                <a:spcPts val="0"/>
              </a:spcAft>
              <a:buSzPts val="1200"/>
              <a:buNone/>
              <a:defRPr sz="1200"/>
            </a:lvl2pPr>
            <a:lvl3pPr marL="1371600" lvl="2" indent="-228600" algn="l">
              <a:spcBef>
                <a:spcPts val="350"/>
              </a:spcBef>
              <a:spcAft>
                <a:spcPts val="0"/>
              </a:spcAft>
              <a:buSzPts val="1000"/>
              <a:buNone/>
              <a:defRPr sz="1000"/>
            </a:lvl3pPr>
            <a:lvl4pPr marL="1828800" lvl="3" indent="-228600" algn="l">
              <a:spcBef>
                <a:spcPts val="350"/>
              </a:spcBef>
              <a:spcAft>
                <a:spcPts val="0"/>
              </a:spcAft>
              <a:buSzPts val="900"/>
              <a:buNone/>
              <a:defRPr sz="900"/>
            </a:lvl4pPr>
            <a:lvl5pPr marL="2286000" lvl="4" indent="-228600" algn="l">
              <a:spcBef>
                <a:spcPts val="350"/>
              </a:spcBef>
              <a:spcAft>
                <a:spcPts val="0"/>
              </a:spcAft>
              <a:buSzPts val="900"/>
              <a:buNone/>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3" name="Google Shape;73;p26"/>
          <p:cNvSpPr txBox="1">
            <a:spLocks noGrp="1"/>
          </p:cNvSpPr>
          <p:nvPr>
            <p:ph type="body" idx="2"/>
          </p:nvPr>
        </p:nvSpPr>
        <p:spPr>
          <a:xfrm>
            <a:off x="1219200" y="274320"/>
            <a:ext cx="9973056" cy="4572000"/>
          </a:xfrm>
          <a:prstGeom prst="rect">
            <a:avLst/>
          </a:prstGeom>
          <a:noFill/>
          <a:ln>
            <a:noFill/>
          </a:ln>
        </p:spPr>
        <p:txBody>
          <a:bodyPr spcFirstLastPara="1" wrap="square" lIns="91425" tIns="45700" rIns="91425" bIns="45700" anchor="t" anchorCtr="0">
            <a:normAutofit/>
          </a:bodyPr>
          <a:lstStyle>
            <a:lvl1pPr marL="457200" lvl="0" indent="-366776" algn="l">
              <a:spcBef>
                <a:spcPts val="400"/>
              </a:spcBef>
              <a:spcAft>
                <a:spcPts val="0"/>
              </a:spcAft>
              <a:buSzPts val="2176"/>
              <a:buChar char="🞂"/>
              <a:defRPr sz="3200"/>
            </a:lvl1pPr>
            <a:lvl2pPr marL="914400" lvl="1" indent="-406400" algn="l">
              <a:spcBef>
                <a:spcPts val="324"/>
              </a:spcBef>
              <a:spcAft>
                <a:spcPts val="0"/>
              </a:spcAft>
              <a:buSzPts val="2800"/>
              <a:buChar char="◦"/>
              <a:defRPr sz="2800"/>
            </a:lvl2pPr>
            <a:lvl3pPr marL="1371600" lvl="2" indent="-381000" algn="l">
              <a:spcBef>
                <a:spcPts val="350"/>
              </a:spcBef>
              <a:spcAft>
                <a:spcPts val="0"/>
              </a:spcAft>
              <a:buSzPts val="2400"/>
              <a:buChar char="●"/>
              <a:defRPr sz="2400"/>
            </a:lvl3pPr>
            <a:lvl4pPr marL="1828800" lvl="3" indent="-355600" algn="l">
              <a:spcBef>
                <a:spcPts val="350"/>
              </a:spcBef>
              <a:spcAft>
                <a:spcPts val="0"/>
              </a:spcAft>
              <a:buSzPts val="2000"/>
              <a:buChar char="●"/>
              <a:defRPr sz="2000"/>
            </a:lvl4pPr>
            <a:lvl5pPr marL="2286000" lvl="4" indent="-355600" algn="l">
              <a:spcBef>
                <a:spcPts val="350"/>
              </a:spcBef>
              <a:spcAft>
                <a:spcPts val="0"/>
              </a:spcAft>
              <a:buSzPts val="2000"/>
              <a:buChar char="●"/>
              <a:defRPr sz="20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4" name="Google Shape;74;p26"/>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75" name="Google Shape;75;p26"/>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76" name="Google Shape;76;p26"/>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Lucida Sans"/>
                <a:ea typeface="Lucida Sans"/>
                <a:cs typeface="Lucida Sans"/>
                <a:sym typeface="Lucida Sans"/>
              </a:defRPr>
            </a:lvl1pPr>
            <a:lvl2pPr marL="0" marR="0" lvl="1" indent="0" algn="l" rtl="0">
              <a:spcBef>
                <a:spcPts val="0"/>
              </a:spcBef>
              <a:buNone/>
              <a:defRPr sz="1800">
                <a:solidFill>
                  <a:schemeClr val="dk1"/>
                </a:solidFill>
                <a:latin typeface="Lucida Sans"/>
                <a:ea typeface="Lucida Sans"/>
                <a:cs typeface="Lucida Sans"/>
                <a:sym typeface="Lucida Sans"/>
              </a:defRPr>
            </a:lvl2pPr>
            <a:lvl3pPr marL="0" marR="0" lvl="2" indent="0" algn="l" rtl="0">
              <a:spcBef>
                <a:spcPts val="0"/>
              </a:spcBef>
              <a:buNone/>
              <a:defRPr sz="1800">
                <a:solidFill>
                  <a:schemeClr val="dk1"/>
                </a:solidFill>
                <a:latin typeface="Lucida Sans"/>
                <a:ea typeface="Lucida Sans"/>
                <a:cs typeface="Lucida Sans"/>
                <a:sym typeface="Lucida Sans"/>
              </a:defRPr>
            </a:lvl3pPr>
            <a:lvl4pPr marL="0" marR="0" lvl="3" indent="0" algn="l" rtl="0">
              <a:spcBef>
                <a:spcPts val="0"/>
              </a:spcBef>
              <a:buNone/>
              <a:defRPr sz="1800">
                <a:solidFill>
                  <a:schemeClr val="dk1"/>
                </a:solidFill>
                <a:latin typeface="Lucida Sans"/>
                <a:ea typeface="Lucida Sans"/>
                <a:cs typeface="Lucida Sans"/>
                <a:sym typeface="Lucida Sans"/>
              </a:defRPr>
            </a:lvl4pPr>
            <a:lvl5pPr marL="0" marR="0" lvl="4" indent="0" algn="l" rtl="0">
              <a:spcBef>
                <a:spcPts val="0"/>
              </a:spcBef>
              <a:buNone/>
              <a:defRPr sz="1800">
                <a:solidFill>
                  <a:schemeClr val="dk1"/>
                </a:solidFill>
                <a:latin typeface="Lucida Sans"/>
                <a:ea typeface="Lucida Sans"/>
                <a:cs typeface="Lucida Sans"/>
                <a:sym typeface="Lucida Sans"/>
              </a:defRPr>
            </a:lvl5pPr>
            <a:lvl6pPr marL="0" marR="0" lvl="5" indent="0" algn="l" rtl="0">
              <a:spcBef>
                <a:spcPts val="0"/>
              </a:spcBef>
              <a:buNone/>
              <a:defRPr sz="1800">
                <a:solidFill>
                  <a:schemeClr val="dk1"/>
                </a:solidFill>
                <a:latin typeface="Lucida Sans"/>
                <a:ea typeface="Lucida Sans"/>
                <a:cs typeface="Lucida Sans"/>
                <a:sym typeface="Lucida Sans"/>
              </a:defRPr>
            </a:lvl6pPr>
            <a:lvl7pPr marL="0" marR="0" lvl="6" indent="0" algn="l" rtl="0">
              <a:spcBef>
                <a:spcPts val="0"/>
              </a:spcBef>
              <a:buNone/>
              <a:defRPr sz="1800">
                <a:solidFill>
                  <a:schemeClr val="dk1"/>
                </a:solidFill>
                <a:latin typeface="Lucida Sans"/>
                <a:ea typeface="Lucida Sans"/>
                <a:cs typeface="Lucida Sans"/>
                <a:sym typeface="Lucida Sans"/>
              </a:defRPr>
            </a:lvl7pPr>
            <a:lvl8pPr marL="0" marR="0" lvl="7" indent="0" algn="l" rtl="0">
              <a:spcBef>
                <a:spcPts val="0"/>
              </a:spcBef>
              <a:buNone/>
              <a:defRPr sz="1800">
                <a:solidFill>
                  <a:schemeClr val="dk1"/>
                </a:solidFill>
                <a:latin typeface="Lucida Sans"/>
                <a:ea typeface="Lucida Sans"/>
                <a:cs typeface="Lucida Sans"/>
                <a:sym typeface="Lucida Sans"/>
              </a:defRPr>
            </a:lvl8pPr>
            <a:lvl9pPr marL="0" marR="0" lvl="8" indent="0" algn="l" rtl="0">
              <a:spcBef>
                <a:spcPts val="0"/>
              </a:spcBef>
              <a:buNone/>
              <a:defRPr sz="1800">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77"/>
        <p:cNvGrpSpPr/>
        <p:nvPr/>
      </p:nvGrpSpPr>
      <p:grpSpPr>
        <a:xfrm>
          <a:off x="0" y="0"/>
          <a:ext cx="0" cy="0"/>
          <a:chOff x="0" y="0"/>
          <a:chExt cx="0" cy="0"/>
        </a:xfrm>
      </p:grpSpPr>
      <p:sp>
        <p:nvSpPr>
          <p:cNvPr id="78" name="Google Shape;78;p27"/>
          <p:cNvSpPr txBox="1">
            <a:spLocks noGrp="1"/>
          </p:cNvSpPr>
          <p:nvPr>
            <p:ph type="body" idx="1"/>
          </p:nvPr>
        </p:nvSpPr>
        <p:spPr>
          <a:xfrm>
            <a:off x="1521643" y="5443402"/>
            <a:ext cx="9550400" cy="648232"/>
          </a:xfrm>
          <a:prstGeom prst="rect">
            <a:avLst/>
          </a:prstGeom>
          <a:noFill/>
          <a:ln>
            <a:noFill/>
          </a:ln>
        </p:spPr>
        <p:txBody>
          <a:bodyPr spcFirstLastPara="1" wrap="square" lIns="91425" tIns="0" rIns="91425" bIns="45700" anchor="t" anchorCtr="0">
            <a:normAutofit/>
          </a:bodyPr>
          <a:lstStyle>
            <a:lvl1pPr marL="457200" marR="18288" lvl="0" indent="-228600" algn="r">
              <a:spcBef>
                <a:spcPts val="400"/>
              </a:spcBef>
              <a:spcAft>
                <a:spcPts val="0"/>
              </a:spcAft>
              <a:buSzPts val="952"/>
              <a:buNone/>
              <a:defRPr sz="1400"/>
            </a:lvl1pPr>
            <a:lvl2pPr marL="914400" lvl="1" indent="-304800" algn="l">
              <a:spcBef>
                <a:spcPts val="324"/>
              </a:spcBef>
              <a:spcAft>
                <a:spcPts val="0"/>
              </a:spcAft>
              <a:buSzPts val="1200"/>
              <a:buChar char="◦"/>
              <a:defRPr sz="1200"/>
            </a:lvl2pPr>
            <a:lvl3pPr marL="1371600" lvl="2" indent="-292100" algn="l">
              <a:spcBef>
                <a:spcPts val="350"/>
              </a:spcBef>
              <a:spcAft>
                <a:spcPts val="0"/>
              </a:spcAft>
              <a:buSzPts val="1000"/>
              <a:buChar char="●"/>
              <a:defRPr sz="1000"/>
            </a:lvl3pPr>
            <a:lvl4pPr marL="1828800" lvl="3" indent="-285750" algn="l">
              <a:spcBef>
                <a:spcPts val="350"/>
              </a:spcBef>
              <a:spcAft>
                <a:spcPts val="0"/>
              </a:spcAft>
              <a:buSzPts val="900"/>
              <a:buChar char="●"/>
              <a:defRPr sz="900"/>
            </a:lvl4pPr>
            <a:lvl5pPr marL="2286000" lvl="4" indent="-285750" algn="l">
              <a:spcBef>
                <a:spcPts val="350"/>
              </a:spcBef>
              <a:spcAft>
                <a:spcPts val="0"/>
              </a:spcAft>
              <a:buSzPts val="900"/>
              <a:buChar char="●"/>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9" name="Google Shape;79;p27"/>
          <p:cNvSpPr>
            <a:spLocks noGrp="1"/>
          </p:cNvSpPr>
          <p:nvPr>
            <p:ph type="pic" idx="2"/>
          </p:nvPr>
        </p:nvSpPr>
        <p:spPr>
          <a:xfrm>
            <a:off x="304800" y="189968"/>
            <a:ext cx="11582400" cy="4389120"/>
          </a:xfrm>
          <a:prstGeom prst="rect">
            <a:avLst/>
          </a:prstGeom>
          <a:solidFill>
            <a:schemeClr val="dk2"/>
          </a:solidFill>
          <a:ln w="9525" cap="flat" cmpd="sng">
            <a:solidFill>
              <a:schemeClr val="dk1"/>
            </a:solidFill>
            <a:prstDash val="solid"/>
            <a:round/>
            <a:headEnd type="none" w="sm" len="sm"/>
            <a:tailEnd type="none" w="sm" len="sm"/>
          </a:ln>
        </p:spPr>
      </p:sp>
      <p:sp>
        <p:nvSpPr>
          <p:cNvPr id="80" name="Google Shape;80;p27"/>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81" name="Google Shape;81;p27"/>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lt1"/>
                </a:solidFill>
                <a:latin typeface="Lucida Sans"/>
                <a:ea typeface="Lucida Sans"/>
                <a:cs typeface="Lucida Sans"/>
                <a:sym typeface="Lucida Sans"/>
              </a:defRPr>
            </a:lvl9pPr>
          </a:lstStyle>
          <a:p>
            <a:endParaRPr/>
          </a:p>
        </p:txBody>
      </p:sp>
      <p:sp>
        <p:nvSpPr>
          <p:cNvPr id="82" name="Google Shape;82;p27"/>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lt1"/>
                </a:solidFill>
                <a:latin typeface="Lucida Sans"/>
                <a:ea typeface="Lucida Sans"/>
                <a:cs typeface="Lucida Sans"/>
                <a:sym typeface="Lucida Sans"/>
              </a:defRPr>
            </a:lvl1pPr>
            <a:lvl2pPr marL="0" marR="0" lvl="1" indent="0" algn="l" rtl="0">
              <a:spcBef>
                <a:spcPts val="0"/>
              </a:spcBef>
              <a:buNone/>
              <a:defRPr sz="1800">
                <a:solidFill>
                  <a:schemeClr val="lt1"/>
                </a:solidFill>
                <a:latin typeface="Lucida Sans"/>
                <a:ea typeface="Lucida Sans"/>
                <a:cs typeface="Lucida Sans"/>
                <a:sym typeface="Lucida Sans"/>
              </a:defRPr>
            </a:lvl2pPr>
            <a:lvl3pPr marL="0" marR="0" lvl="2" indent="0" algn="l" rtl="0">
              <a:spcBef>
                <a:spcPts val="0"/>
              </a:spcBef>
              <a:buNone/>
              <a:defRPr sz="1800">
                <a:solidFill>
                  <a:schemeClr val="lt1"/>
                </a:solidFill>
                <a:latin typeface="Lucida Sans"/>
                <a:ea typeface="Lucida Sans"/>
                <a:cs typeface="Lucida Sans"/>
                <a:sym typeface="Lucida Sans"/>
              </a:defRPr>
            </a:lvl3pPr>
            <a:lvl4pPr marL="0" marR="0" lvl="3" indent="0" algn="l" rtl="0">
              <a:spcBef>
                <a:spcPts val="0"/>
              </a:spcBef>
              <a:buNone/>
              <a:defRPr sz="1800">
                <a:solidFill>
                  <a:schemeClr val="lt1"/>
                </a:solidFill>
                <a:latin typeface="Lucida Sans"/>
                <a:ea typeface="Lucida Sans"/>
                <a:cs typeface="Lucida Sans"/>
                <a:sym typeface="Lucida Sans"/>
              </a:defRPr>
            </a:lvl4pPr>
            <a:lvl5pPr marL="0" marR="0" lvl="4" indent="0" algn="l" rtl="0">
              <a:spcBef>
                <a:spcPts val="0"/>
              </a:spcBef>
              <a:buNone/>
              <a:defRPr sz="1800">
                <a:solidFill>
                  <a:schemeClr val="lt1"/>
                </a:solidFill>
                <a:latin typeface="Lucida Sans"/>
                <a:ea typeface="Lucida Sans"/>
                <a:cs typeface="Lucida Sans"/>
                <a:sym typeface="Lucida Sans"/>
              </a:defRPr>
            </a:lvl5pPr>
            <a:lvl6pPr marL="0" marR="0" lvl="5" indent="0" algn="l" rtl="0">
              <a:spcBef>
                <a:spcPts val="0"/>
              </a:spcBef>
              <a:buNone/>
              <a:defRPr sz="1800">
                <a:solidFill>
                  <a:schemeClr val="lt1"/>
                </a:solidFill>
                <a:latin typeface="Lucida Sans"/>
                <a:ea typeface="Lucida Sans"/>
                <a:cs typeface="Lucida Sans"/>
                <a:sym typeface="Lucida Sans"/>
              </a:defRPr>
            </a:lvl6pPr>
            <a:lvl7pPr marL="0" marR="0" lvl="6" indent="0" algn="l" rtl="0">
              <a:spcBef>
                <a:spcPts val="0"/>
              </a:spcBef>
              <a:buNone/>
              <a:defRPr sz="1800">
                <a:solidFill>
                  <a:schemeClr val="lt1"/>
                </a:solidFill>
                <a:latin typeface="Lucida Sans"/>
                <a:ea typeface="Lucida Sans"/>
                <a:cs typeface="Lucida Sans"/>
                <a:sym typeface="Lucida Sans"/>
              </a:defRPr>
            </a:lvl7pPr>
            <a:lvl8pPr marL="0" marR="0" lvl="7" indent="0" algn="l" rtl="0">
              <a:spcBef>
                <a:spcPts val="0"/>
              </a:spcBef>
              <a:buNone/>
              <a:defRPr sz="1800">
                <a:solidFill>
                  <a:schemeClr val="lt1"/>
                </a:solidFill>
                <a:latin typeface="Lucida Sans"/>
                <a:ea typeface="Lucida Sans"/>
                <a:cs typeface="Lucida Sans"/>
                <a:sym typeface="Lucida Sans"/>
              </a:defRPr>
            </a:lvl8pPr>
            <a:lvl9pPr marL="0" marR="0" lvl="8" indent="0" algn="l" rtl="0">
              <a:spcBef>
                <a:spcPts val="0"/>
              </a:spcBef>
              <a:buNone/>
              <a:defRPr sz="1800">
                <a:solidFill>
                  <a:schemeClr val="lt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
        <p:nvSpPr>
          <p:cNvPr id="83" name="Google Shape;83;p27"/>
          <p:cNvSpPr txBox="1">
            <a:spLocks noGrp="1"/>
          </p:cNvSpPr>
          <p:nvPr>
            <p:ph type="title"/>
          </p:nvPr>
        </p:nvSpPr>
        <p:spPr>
          <a:xfrm>
            <a:off x="304801" y="4865122"/>
            <a:ext cx="10767243" cy="562672"/>
          </a:xfrm>
          <a:prstGeom prst="rect">
            <a:avLst/>
          </a:prstGeom>
          <a:noFill/>
          <a:ln>
            <a:noFill/>
          </a:ln>
        </p:spPr>
        <p:txBody>
          <a:bodyPr spcFirstLastPara="1" wrap="square" lIns="91425" tIns="45700" rIns="91425" bIns="45700" anchor="t" anchorCtr="0">
            <a:normAutofit/>
          </a:bodyPr>
          <a:lstStyle>
            <a:lvl1pPr marR="0" lvl="0" algn="r">
              <a:spcBef>
                <a:spcPts val="0"/>
              </a:spcBef>
              <a:spcAft>
                <a:spcPts val="0"/>
              </a:spcAft>
              <a:buClr>
                <a:schemeClr val="accent1"/>
              </a:buClr>
              <a:buSzPts val="3000"/>
              <a:buFont typeface="Lucida Sans"/>
              <a:buNone/>
              <a:defRPr sz="30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7"/>
          <p:cNvSpPr/>
          <p:nvPr/>
        </p:nvSpPr>
        <p:spPr>
          <a:xfrm>
            <a:off x="955251" y="5001998"/>
            <a:ext cx="506933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5" name="Google Shape;85;p27"/>
          <p:cNvSpPr/>
          <p:nvPr/>
        </p:nvSpPr>
        <p:spPr>
          <a:xfrm>
            <a:off x="-71413" y="5785023"/>
            <a:ext cx="5069337"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6" name="Google Shape;86;p27"/>
          <p:cNvSpPr/>
          <p:nvPr/>
        </p:nvSpPr>
        <p:spPr>
          <a:xfrm>
            <a:off x="-8056" y="5791253"/>
            <a:ext cx="4536419"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87" name="Google Shape;87;p27"/>
          <p:cNvCxnSpPr/>
          <p:nvPr/>
        </p:nvCxnSpPr>
        <p:spPr>
          <a:xfrm>
            <a:off x="-12316" y="5787743"/>
            <a:ext cx="4540679" cy="1084383"/>
          </a:xfrm>
          <a:prstGeom prst="straightConnector1">
            <a:avLst/>
          </a:prstGeom>
          <a:noFill/>
          <a:ln w="12050" cap="flat" cmpd="sng">
            <a:solidFill>
              <a:srgbClr val="93C5D8"/>
            </a:solidFill>
            <a:prstDash val="solid"/>
            <a:miter lim="800000"/>
            <a:headEnd type="none" w="sm" len="sm"/>
            <a:tailEnd type="none" w="sm" len="sm"/>
          </a:ln>
        </p:spPr>
      </p:cxnSp>
      <p:sp>
        <p:nvSpPr>
          <p:cNvPr id="88" name="Google Shape;88;p27"/>
          <p:cNvSpPr/>
          <p:nvPr/>
        </p:nvSpPr>
        <p:spPr>
          <a:xfrm>
            <a:off x="11552149"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9" name="Google Shape;89;p27"/>
          <p:cNvSpPr/>
          <p:nvPr/>
        </p:nvSpPr>
        <p:spPr>
          <a:xfrm>
            <a:off x="11303595" y="4988440"/>
            <a:ext cx="24384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8"/>
          <p:cNvSpPr txBox="1">
            <a:spLocks noGrp="1"/>
          </p:cNvSpPr>
          <p:nvPr>
            <p:ph type="body" idx="1"/>
          </p:nvPr>
        </p:nvSpPr>
        <p:spPr>
          <a:xfrm rot="5400000">
            <a:off x="3902965" y="-1812032"/>
            <a:ext cx="4386071" cy="109728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3" name="Google Shape;93;p28"/>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94" name="Google Shape;94;p28"/>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95" name="Google Shape;95;p28"/>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Lucida Sans"/>
                <a:ea typeface="Lucida Sans"/>
                <a:cs typeface="Lucida Sans"/>
                <a:sym typeface="Lucida Sans"/>
              </a:defRPr>
            </a:lvl1pPr>
            <a:lvl2pPr marL="0" marR="0" lvl="1" indent="0" algn="l" rtl="0">
              <a:spcBef>
                <a:spcPts val="0"/>
              </a:spcBef>
              <a:buNone/>
              <a:defRPr sz="1800">
                <a:solidFill>
                  <a:schemeClr val="dk1"/>
                </a:solidFill>
                <a:latin typeface="Lucida Sans"/>
                <a:ea typeface="Lucida Sans"/>
                <a:cs typeface="Lucida Sans"/>
                <a:sym typeface="Lucida Sans"/>
              </a:defRPr>
            </a:lvl2pPr>
            <a:lvl3pPr marL="0" marR="0" lvl="2" indent="0" algn="l" rtl="0">
              <a:spcBef>
                <a:spcPts val="0"/>
              </a:spcBef>
              <a:buNone/>
              <a:defRPr sz="1800">
                <a:solidFill>
                  <a:schemeClr val="dk1"/>
                </a:solidFill>
                <a:latin typeface="Lucida Sans"/>
                <a:ea typeface="Lucida Sans"/>
                <a:cs typeface="Lucida Sans"/>
                <a:sym typeface="Lucida Sans"/>
              </a:defRPr>
            </a:lvl3pPr>
            <a:lvl4pPr marL="0" marR="0" lvl="3" indent="0" algn="l" rtl="0">
              <a:spcBef>
                <a:spcPts val="0"/>
              </a:spcBef>
              <a:buNone/>
              <a:defRPr sz="1800">
                <a:solidFill>
                  <a:schemeClr val="dk1"/>
                </a:solidFill>
                <a:latin typeface="Lucida Sans"/>
                <a:ea typeface="Lucida Sans"/>
                <a:cs typeface="Lucida Sans"/>
                <a:sym typeface="Lucida Sans"/>
              </a:defRPr>
            </a:lvl4pPr>
            <a:lvl5pPr marL="0" marR="0" lvl="4" indent="0" algn="l" rtl="0">
              <a:spcBef>
                <a:spcPts val="0"/>
              </a:spcBef>
              <a:buNone/>
              <a:defRPr sz="1800">
                <a:solidFill>
                  <a:schemeClr val="dk1"/>
                </a:solidFill>
                <a:latin typeface="Lucida Sans"/>
                <a:ea typeface="Lucida Sans"/>
                <a:cs typeface="Lucida Sans"/>
                <a:sym typeface="Lucida Sans"/>
              </a:defRPr>
            </a:lvl5pPr>
            <a:lvl6pPr marL="0" marR="0" lvl="5" indent="0" algn="l" rtl="0">
              <a:spcBef>
                <a:spcPts val="0"/>
              </a:spcBef>
              <a:buNone/>
              <a:defRPr sz="1800">
                <a:solidFill>
                  <a:schemeClr val="dk1"/>
                </a:solidFill>
                <a:latin typeface="Lucida Sans"/>
                <a:ea typeface="Lucida Sans"/>
                <a:cs typeface="Lucida Sans"/>
                <a:sym typeface="Lucida Sans"/>
              </a:defRPr>
            </a:lvl6pPr>
            <a:lvl7pPr marL="0" marR="0" lvl="6" indent="0" algn="l" rtl="0">
              <a:spcBef>
                <a:spcPts val="0"/>
              </a:spcBef>
              <a:buNone/>
              <a:defRPr sz="1800">
                <a:solidFill>
                  <a:schemeClr val="dk1"/>
                </a:solidFill>
                <a:latin typeface="Lucida Sans"/>
                <a:ea typeface="Lucida Sans"/>
                <a:cs typeface="Lucida Sans"/>
                <a:sym typeface="Lucida Sans"/>
              </a:defRPr>
            </a:lvl7pPr>
            <a:lvl8pPr marL="0" marR="0" lvl="7" indent="0" algn="l" rtl="0">
              <a:spcBef>
                <a:spcPts val="0"/>
              </a:spcBef>
              <a:buNone/>
              <a:defRPr sz="1800">
                <a:solidFill>
                  <a:schemeClr val="dk1"/>
                </a:solidFill>
                <a:latin typeface="Lucida Sans"/>
                <a:ea typeface="Lucida Sans"/>
                <a:cs typeface="Lucida Sans"/>
                <a:sym typeface="Lucida Sans"/>
              </a:defRPr>
            </a:lvl8pPr>
            <a:lvl9pPr marL="0" marR="0" lvl="8" indent="0" algn="l" rtl="0">
              <a:spcBef>
                <a:spcPts val="0"/>
              </a:spcBef>
              <a:buNone/>
              <a:defRPr sz="1800">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9"/>
          <p:cNvSpPr txBox="1">
            <a:spLocks noGrp="1"/>
          </p:cNvSpPr>
          <p:nvPr>
            <p:ph type="title"/>
          </p:nvPr>
        </p:nvSpPr>
        <p:spPr>
          <a:xfrm rot="5400000">
            <a:off x="7513950" y="1886046"/>
            <a:ext cx="5592761" cy="236996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9"/>
          <p:cNvSpPr txBox="1">
            <a:spLocks noGrp="1"/>
          </p:cNvSpPr>
          <p:nvPr>
            <p:ph type="body" idx="1"/>
          </p:nvPr>
        </p:nvSpPr>
        <p:spPr>
          <a:xfrm rot="5400000">
            <a:off x="2029620" y="-1145379"/>
            <a:ext cx="5592760" cy="84328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9" name="Google Shape;99;p29"/>
          <p:cNvSpPr txBox="1">
            <a:spLocks noGrp="1"/>
          </p:cNvSpPr>
          <p:nvPr>
            <p:ph type="dt" idx="10"/>
          </p:nvPr>
        </p:nvSpPr>
        <p:spPr>
          <a:xfrm>
            <a:off x="8969376" y="6407944"/>
            <a:ext cx="2560320"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00" name="Google Shape;100;p29"/>
          <p:cNvSpPr txBox="1">
            <a:spLocks noGrp="1"/>
          </p:cNvSpPr>
          <p:nvPr>
            <p:ph type="ftr" idx="11"/>
          </p:nvPr>
        </p:nvSpPr>
        <p:spPr>
          <a:xfrm>
            <a:off x="5840100" y="6407949"/>
            <a:ext cx="3134241"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01" name="Google Shape;101;p29"/>
          <p:cNvSpPr txBox="1">
            <a:spLocks noGrp="1"/>
          </p:cNvSpPr>
          <p:nvPr>
            <p:ph type="sldNum" idx="12"/>
          </p:nvPr>
        </p:nvSpPr>
        <p:spPr>
          <a:xfrm>
            <a:off x="11529696" y="6407949"/>
            <a:ext cx="48768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Lucida Sans"/>
                <a:ea typeface="Lucida Sans"/>
                <a:cs typeface="Lucida Sans"/>
                <a:sym typeface="Lucida Sans"/>
              </a:defRPr>
            </a:lvl1pPr>
            <a:lvl2pPr marL="0" marR="0" lvl="1" indent="0" algn="l" rtl="0">
              <a:spcBef>
                <a:spcPts val="0"/>
              </a:spcBef>
              <a:buNone/>
              <a:defRPr sz="1800">
                <a:solidFill>
                  <a:schemeClr val="dk1"/>
                </a:solidFill>
                <a:latin typeface="Lucida Sans"/>
                <a:ea typeface="Lucida Sans"/>
                <a:cs typeface="Lucida Sans"/>
                <a:sym typeface="Lucida Sans"/>
              </a:defRPr>
            </a:lvl2pPr>
            <a:lvl3pPr marL="0" marR="0" lvl="2" indent="0" algn="l" rtl="0">
              <a:spcBef>
                <a:spcPts val="0"/>
              </a:spcBef>
              <a:buNone/>
              <a:defRPr sz="1800">
                <a:solidFill>
                  <a:schemeClr val="dk1"/>
                </a:solidFill>
                <a:latin typeface="Lucida Sans"/>
                <a:ea typeface="Lucida Sans"/>
                <a:cs typeface="Lucida Sans"/>
                <a:sym typeface="Lucida Sans"/>
              </a:defRPr>
            </a:lvl3pPr>
            <a:lvl4pPr marL="0" marR="0" lvl="3" indent="0" algn="l" rtl="0">
              <a:spcBef>
                <a:spcPts val="0"/>
              </a:spcBef>
              <a:buNone/>
              <a:defRPr sz="1800">
                <a:solidFill>
                  <a:schemeClr val="dk1"/>
                </a:solidFill>
                <a:latin typeface="Lucida Sans"/>
                <a:ea typeface="Lucida Sans"/>
                <a:cs typeface="Lucida Sans"/>
                <a:sym typeface="Lucida Sans"/>
              </a:defRPr>
            </a:lvl4pPr>
            <a:lvl5pPr marL="0" marR="0" lvl="4" indent="0" algn="l" rtl="0">
              <a:spcBef>
                <a:spcPts val="0"/>
              </a:spcBef>
              <a:buNone/>
              <a:defRPr sz="1800">
                <a:solidFill>
                  <a:schemeClr val="dk1"/>
                </a:solidFill>
                <a:latin typeface="Lucida Sans"/>
                <a:ea typeface="Lucida Sans"/>
                <a:cs typeface="Lucida Sans"/>
                <a:sym typeface="Lucida Sans"/>
              </a:defRPr>
            </a:lvl5pPr>
            <a:lvl6pPr marL="0" marR="0" lvl="5" indent="0" algn="l" rtl="0">
              <a:spcBef>
                <a:spcPts val="0"/>
              </a:spcBef>
              <a:buNone/>
              <a:defRPr sz="1800">
                <a:solidFill>
                  <a:schemeClr val="dk1"/>
                </a:solidFill>
                <a:latin typeface="Lucida Sans"/>
                <a:ea typeface="Lucida Sans"/>
                <a:cs typeface="Lucida Sans"/>
                <a:sym typeface="Lucida Sans"/>
              </a:defRPr>
            </a:lvl6pPr>
            <a:lvl7pPr marL="0" marR="0" lvl="6" indent="0" algn="l" rtl="0">
              <a:spcBef>
                <a:spcPts val="0"/>
              </a:spcBef>
              <a:buNone/>
              <a:defRPr sz="1800">
                <a:solidFill>
                  <a:schemeClr val="dk1"/>
                </a:solidFill>
                <a:latin typeface="Lucida Sans"/>
                <a:ea typeface="Lucida Sans"/>
                <a:cs typeface="Lucida Sans"/>
                <a:sym typeface="Lucida Sans"/>
              </a:defRPr>
            </a:lvl7pPr>
            <a:lvl8pPr marL="0" marR="0" lvl="7" indent="0" algn="l" rtl="0">
              <a:spcBef>
                <a:spcPts val="0"/>
              </a:spcBef>
              <a:buNone/>
              <a:defRPr sz="1800">
                <a:solidFill>
                  <a:schemeClr val="dk1"/>
                </a:solidFill>
                <a:latin typeface="Lucida Sans"/>
                <a:ea typeface="Lucida Sans"/>
                <a:cs typeface="Lucida Sans"/>
                <a:sym typeface="Lucida Sans"/>
              </a:defRPr>
            </a:lvl8pPr>
            <a:lvl9pPr marL="0" marR="0" lvl="8" indent="0" algn="l" rtl="0">
              <a:spcBef>
                <a:spcPts val="0"/>
              </a:spcBef>
              <a:buNone/>
              <a:defRPr sz="1800">
                <a:solidFill>
                  <a:schemeClr val="dk1"/>
                </a:solidFill>
                <a:latin typeface="Lucida Sans"/>
                <a:ea typeface="Lucida Sans"/>
                <a:cs typeface="Lucida Sans"/>
                <a:sym typeface="Lucid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p:nvPr/>
        </p:nvSpPr>
        <p:spPr>
          <a:xfrm>
            <a:off x="1717964" y="6451625"/>
            <a:ext cx="10474036" cy="413435"/>
          </a:xfrm>
          <a:prstGeom prst="rect">
            <a:avLst/>
          </a:prstGeom>
          <a:gradFill>
            <a:gsLst>
              <a:gs pos="0">
                <a:srgbClr val="1E6C7F"/>
              </a:gs>
              <a:gs pos="48000">
                <a:srgbClr val="2DA7C5"/>
              </a:gs>
              <a:gs pos="100000">
                <a:srgbClr val="77CCE0"/>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effectLst>
                  <a:outerShdw blurRad="38100" dist="38100" dir="2700000" algn="tl">
                    <a:srgbClr val="000000">
                      <a:alpha val="43137"/>
                    </a:srgbClr>
                  </a:outerShdw>
                </a:effectLst>
                <a:latin typeface="Lucida Sans"/>
                <a:ea typeface="Lucida Sans"/>
                <a:cs typeface="Lucida Sans"/>
                <a:sym typeface="Lucida Sans"/>
              </a:rPr>
              <a:t>Bangladesh University Of Business and Technology(BUBT)</a:t>
            </a:r>
            <a:endParaRPr dirty="0">
              <a:effectLst>
                <a:outerShdw blurRad="38100" dist="38100" dir="2700000" algn="tl">
                  <a:srgbClr val="000000">
                    <a:alpha val="43137"/>
                  </a:srgbClr>
                </a:outerShdw>
              </a:effectLst>
            </a:endParaRPr>
          </a:p>
        </p:txBody>
      </p:sp>
      <p:sp>
        <p:nvSpPr>
          <p:cNvPr id="11" name="Google Shape;11;p18"/>
          <p:cNvSpPr/>
          <p:nvPr/>
        </p:nvSpPr>
        <p:spPr>
          <a:xfrm>
            <a:off x="585811" y="5001998"/>
            <a:ext cx="2912307" cy="1443111"/>
          </a:xfrm>
          <a:custGeom>
            <a:avLst/>
            <a:gdLst/>
            <a:ahLst/>
            <a:cxnLst/>
            <a:rect l="l" t="t" r="r" b="b"/>
            <a:pathLst>
              <a:path w="5760" h="528" extrusionOk="0">
                <a:moveTo>
                  <a:pt x="-329" y="347"/>
                </a:moveTo>
                <a:lnTo>
                  <a:pt x="7156" y="682"/>
                </a:lnTo>
                <a:lnTo>
                  <a:pt x="5229" y="682"/>
                </a:lnTo>
                <a:lnTo>
                  <a:pt x="-328" y="345"/>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2" name="Google Shape;12;p18"/>
          <p:cNvSpPr/>
          <p:nvPr/>
        </p:nvSpPr>
        <p:spPr>
          <a:xfrm>
            <a:off x="-71412" y="5794259"/>
            <a:ext cx="3257958" cy="838200"/>
          </a:xfrm>
          <a:custGeom>
            <a:avLst/>
            <a:gdLst/>
            <a:ahLst/>
            <a:cxnLst/>
            <a:rect l="l" t="t" r="r" b="b"/>
            <a:pathLst>
              <a:path w="5760" h="528" extrusionOk="0">
                <a:moveTo>
                  <a:pt x="817" y="97"/>
                </a:moveTo>
                <a:lnTo>
                  <a:pt x="6408" y="682"/>
                </a:lnTo>
                <a:lnTo>
                  <a:pt x="5232" y="685"/>
                </a:lnTo>
                <a:lnTo>
                  <a:pt x="829" y="101"/>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13" name="Google Shape;13;p18"/>
          <p:cNvSpPr/>
          <p:nvPr/>
        </p:nvSpPr>
        <p:spPr>
          <a:xfrm>
            <a:off x="-8056" y="5791253"/>
            <a:ext cx="2898403" cy="1080868"/>
          </a:xfrm>
          <a:prstGeom prst="rtTriangle">
            <a:avLst/>
          </a:prstGeom>
          <a:ln/>
        </p:spPr>
        <p:style>
          <a:lnRef idx="1">
            <a:schemeClr val="accent1"/>
          </a:lnRef>
          <a:fillRef idx="3">
            <a:schemeClr val="accent1"/>
          </a:fillRef>
          <a:effectRef idx="2">
            <a:schemeClr val="accent1"/>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14" name="Google Shape;14;p18"/>
          <p:cNvCxnSpPr>
            <a:endCxn id="13" idx="4"/>
          </p:cNvCxnSpPr>
          <p:nvPr/>
        </p:nvCxnSpPr>
        <p:spPr>
          <a:xfrm>
            <a:off x="-12453" y="5787621"/>
            <a:ext cx="2902800" cy="1084500"/>
          </a:xfrm>
          <a:prstGeom prst="straightConnector1">
            <a:avLst/>
          </a:prstGeom>
          <a:noFill/>
          <a:ln w="12050" cap="flat" cmpd="sng">
            <a:solidFill>
              <a:srgbClr val="93C5D8"/>
            </a:solidFill>
            <a:prstDash val="solid"/>
            <a:miter lim="800000"/>
            <a:headEnd type="none" w="sm" len="sm"/>
            <a:tailEnd type="none" w="sm" len="sm"/>
          </a:ln>
        </p:spPr>
      </p:cxnSp>
      <p:sp>
        <p:nvSpPr>
          <p:cNvPr id="15" name="Google Shape;15;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8"/>
          <p:cNvSpPr txBox="1">
            <a:spLocks noGrp="1"/>
          </p:cNvSpPr>
          <p:nvPr>
            <p:ph type="body" idx="1"/>
          </p:nvPr>
        </p:nvSpPr>
        <p:spPr>
          <a:xfrm>
            <a:off x="609600" y="1481333"/>
            <a:ext cx="10972800" cy="4525963"/>
          </a:xfrm>
          <a:prstGeom prst="rect">
            <a:avLst/>
          </a:prstGeom>
          <a:noFill/>
          <a:ln>
            <a:noFill/>
          </a:ln>
        </p:spPr>
        <p:txBody>
          <a:bodyPr spcFirstLastPara="1" wrap="square" lIns="91425" tIns="45700" rIns="91425" bIns="45700" anchor="t" anchorCtr="0">
            <a:norm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dirty="0"/>
          </a:p>
        </p:txBody>
      </p:sp>
      <p:pic>
        <p:nvPicPr>
          <p:cNvPr id="17" name="Google Shape;17;p18"/>
          <p:cNvPicPr preferRelativeResize="0"/>
          <p:nvPr/>
        </p:nvPicPr>
        <p:blipFill rotWithShape="1">
          <a:blip r:embed="rId9">
            <a:alphaModFix/>
          </a:blip>
          <a:srcRect/>
          <a:stretch/>
        </p:blipFill>
        <p:spPr>
          <a:xfrm>
            <a:off x="10840919" y="118811"/>
            <a:ext cx="1111140" cy="1298828"/>
          </a:xfrm>
          <a:prstGeom prst="rect">
            <a:avLst/>
          </a:prstGeom>
          <a:noFill/>
          <a:ln>
            <a:noFill/>
          </a:ln>
        </p:spPr>
      </p:pic>
      <p:sp>
        <p:nvSpPr>
          <p:cNvPr id="18" name="Google Shape;18;p18"/>
          <p:cNvSpPr/>
          <p:nvPr/>
        </p:nvSpPr>
        <p:spPr>
          <a:xfrm rot="5400000">
            <a:off x="-376743" y="1387404"/>
            <a:ext cx="1224537" cy="471056"/>
          </a:xfrm>
          <a:prstGeom prst="rect">
            <a:avLst/>
          </a:prstGeom>
          <a:solidFill>
            <a:srgbClr val="C00000"/>
          </a:solid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dirty="0">
                <a:solidFill>
                  <a:schemeClr val="lt1"/>
                </a:solidFill>
                <a:latin typeface="Arial Rounded"/>
                <a:ea typeface="Arial Rounded"/>
                <a:cs typeface="Arial Rounded"/>
                <a:sym typeface="Arial Rounded"/>
              </a:rPr>
              <a:t> Group No </a:t>
            </a:r>
            <a:endParaRPr dirty="0"/>
          </a:p>
          <a:p>
            <a:pPr marL="0" marR="0" lvl="0" indent="0" algn="ctr" rtl="0">
              <a:spcBef>
                <a:spcPts val="0"/>
              </a:spcBef>
              <a:spcAft>
                <a:spcPts val="0"/>
              </a:spcAft>
              <a:buNone/>
            </a:pPr>
            <a:r>
              <a:rPr lang="en-US" sz="1400" b="1" dirty="0">
                <a:solidFill>
                  <a:schemeClr val="lt1"/>
                </a:solidFill>
                <a:latin typeface="Arial Rounded"/>
                <a:ea typeface="Arial Rounded"/>
                <a:cs typeface="Arial Rounded"/>
                <a:sym typeface="Arial Rounded"/>
              </a:rPr>
              <a:t> 00</a:t>
            </a:r>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 id="2147483658" r:id="rId6"/>
    <p:sldLayoutId id="214748365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ctrTitle"/>
          </p:nvPr>
        </p:nvSpPr>
        <p:spPr>
          <a:xfrm>
            <a:off x="2179783" y="4697487"/>
            <a:ext cx="8349672" cy="378691"/>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rgbClr val="D0EDF5"/>
              </a:buClr>
              <a:buSzPct val="100000"/>
              <a:buFont typeface="Times New Roman"/>
              <a:buNone/>
            </a:pPr>
            <a:r>
              <a:rPr lang="en-US" sz="4400" b="1" dirty="0">
                <a:solidFill>
                  <a:schemeClr val="tx1"/>
                </a:solidFill>
                <a:effectLst>
                  <a:outerShdw blurRad="38100" dist="38100" dir="2700000" algn="tl">
                    <a:srgbClr val="000000">
                      <a:alpha val="43137"/>
                    </a:srgbClr>
                  </a:outerShdw>
                </a:effectLst>
                <a:latin typeface="Times New Roman"/>
                <a:ea typeface="Times New Roman"/>
                <a:cs typeface="Times New Roman"/>
                <a:sym typeface="Times New Roman"/>
              </a:rPr>
              <a:t>Welcome </a:t>
            </a:r>
            <a:br>
              <a:rPr lang="en-US" sz="4400" b="1" dirty="0">
                <a:solidFill>
                  <a:schemeClr val="tx1"/>
                </a:solidFill>
                <a:effectLst>
                  <a:outerShdw blurRad="38100" dist="38100" dir="2700000" algn="tl">
                    <a:srgbClr val="000000">
                      <a:alpha val="43137"/>
                    </a:srgbClr>
                  </a:outerShdw>
                </a:effectLst>
                <a:latin typeface="Times New Roman"/>
                <a:ea typeface="Times New Roman"/>
                <a:cs typeface="Times New Roman"/>
                <a:sym typeface="Times New Roman"/>
              </a:rPr>
            </a:br>
            <a:r>
              <a:rPr lang="en-US" sz="4400" b="1" dirty="0">
                <a:solidFill>
                  <a:schemeClr val="tx1"/>
                </a:solidFill>
                <a:effectLst>
                  <a:outerShdw blurRad="38100" dist="38100" dir="2700000" algn="tl">
                    <a:srgbClr val="000000">
                      <a:alpha val="43137"/>
                    </a:srgbClr>
                  </a:outerShdw>
                </a:effectLst>
                <a:latin typeface="Times New Roman"/>
                <a:ea typeface="Times New Roman"/>
                <a:cs typeface="Times New Roman"/>
                <a:sym typeface="Times New Roman"/>
              </a:rPr>
              <a:t>To</a:t>
            </a:r>
            <a:br>
              <a:rPr lang="en-US" sz="4400" b="1" dirty="0">
                <a:solidFill>
                  <a:schemeClr val="tx1"/>
                </a:solidFill>
                <a:effectLst>
                  <a:outerShdw blurRad="38100" dist="38100" dir="2700000" algn="tl">
                    <a:srgbClr val="000000">
                      <a:alpha val="43137"/>
                    </a:srgbClr>
                  </a:outerShdw>
                </a:effectLst>
                <a:latin typeface="Times New Roman"/>
                <a:ea typeface="Times New Roman"/>
                <a:cs typeface="Times New Roman"/>
                <a:sym typeface="Times New Roman"/>
              </a:rPr>
            </a:br>
            <a:r>
              <a:rPr lang="en-US" sz="4400" b="1" dirty="0">
                <a:solidFill>
                  <a:schemeClr val="tx1"/>
                </a:solidFill>
                <a:effectLst>
                  <a:outerShdw blurRad="38100" dist="38100" dir="2700000" algn="tl">
                    <a:srgbClr val="000000">
                      <a:alpha val="43137"/>
                    </a:srgbClr>
                  </a:outerShdw>
                </a:effectLst>
                <a:latin typeface="Times New Roman"/>
                <a:ea typeface="Times New Roman"/>
                <a:cs typeface="Times New Roman"/>
                <a:sym typeface="Times New Roman"/>
              </a:rPr>
              <a:t> Our Presentation</a:t>
            </a:r>
            <a:br>
              <a:rPr lang="en-US" sz="4000" b="1" dirty="0"/>
            </a:br>
            <a:endParaRPr sz="4000" b="1" dirty="0"/>
          </a:p>
        </p:txBody>
      </p:sp>
      <p:pic>
        <p:nvPicPr>
          <p:cNvPr id="107" name="Google Shape;107;p1"/>
          <p:cNvPicPr preferRelativeResize="0"/>
          <p:nvPr/>
        </p:nvPicPr>
        <p:blipFill rotWithShape="1">
          <a:blip r:embed="rId3">
            <a:alphaModFix/>
          </a:blip>
          <a:srcRect/>
          <a:stretch/>
        </p:blipFill>
        <p:spPr>
          <a:xfrm>
            <a:off x="2105891" y="267085"/>
            <a:ext cx="8423564" cy="1513233"/>
          </a:xfrm>
          <a:prstGeom prst="rect">
            <a:avLst/>
          </a:prstGeom>
          <a:noFill/>
          <a:ln>
            <a:noFill/>
          </a:ln>
        </p:spPr>
      </p:pic>
      <p:sp>
        <p:nvSpPr>
          <p:cNvPr id="108" name="Google Shape;108;p1"/>
          <p:cNvSpPr txBox="1"/>
          <p:nvPr/>
        </p:nvSpPr>
        <p:spPr>
          <a:xfrm>
            <a:off x="820133" y="5594386"/>
            <a:ext cx="10246936" cy="882725"/>
          </a:xfrm>
          <a:prstGeom prst="rect">
            <a:avLst/>
          </a:prstGeom>
          <a:noFill/>
          <a:ln>
            <a:noFill/>
          </a:ln>
        </p:spPr>
        <p:txBody>
          <a:bodyPr spcFirstLastPara="1" wrap="square" lIns="91425" tIns="45700" rIns="91425" bIns="45700" anchor="b" anchorCtr="0">
            <a:noAutofit/>
          </a:bodyPr>
          <a:lstStyle/>
          <a:p>
            <a:r>
              <a:rPr lang="en-US" sz="3600" b="1" dirty="0">
                <a:solidFill>
                  <a:schemeClr val="tx1"/>
                </a:solidFill>
                <a:latin typeface="Lao UI" panose="020B0502040204020203" pitchFamily="34" charset="0"/>
                <a:ea typeface="Calibri" panose="020F0502020204030204" pitchFamily="34" charset="0"/>
              </a:rPr>
              <a:t>“Artificial Intelligence and Expert System Lab”</a:t>
            </a:r>
            <a:endParaRPr lang="en-US" sz="36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10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fade">
                                      <p:cBhvr>
                                        <p:cTn id="12" dur="10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8">
                                            <p:txEl>
                                              <p:pRg st="0" end="0"/>
                                            </p:txEl>
                                          </p:spTgt>
                                        </p:tgtEl>
                                        <p:attrNameLst>
                                          <p:attrName>style.visibility</p:attrName>
                                        </p:attrNameLst>
                                      </p:cBhvr>
                                      <p:to>
                                        <p:strVal val="visible"/>
                                      </p:to>
                                    </p:set>
                                    <p:animEffect transition="in" filter="fade">
                                      <p:cBhvr>
                                        <p:cTn id="17" dur="1500"/>
                                        <p:tgtEl>
                                          <p:spTgt spid="1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txBox="1"/>
          <p:nvPr/>
        </p:nvSpPr>
        <p:spPr>
          <a:xfrm>
            <a:off x="989815" y="645901"/>
            <a:ext cx="9436230" cy="1077178"/>
          </a:xfrm>
          <a:prstGeom prst="rect">
            <a:avLst/>
          </a:prstGeom>
          <a:noFill/>
          <a:ln>
            <a:noFill/>
          </a:ln>
        </p:spPr>
        <p:txBody>
          <a:bodyPr spcFirstLastPara="1" wrap="square" lIns="91425" tIns="45700" rIns="91425" bIns="45700" anchor="t" anchorCtr="0">
            <a:spAutoFit/>
          </a:bodyPr>
          <a:lstStyle/>
          <a:p>
            <a:pPr lvl="0" algn="ctr"/>
            <a:r>
              <a:rPr lang="en-US" sz="3200" b="1" dirty="0">
                <a:solidFill>
                  <a:schemeClr val="dk1"/>
                </a:solidFill>
                <a:effectLst>
                  <a:outerShdw blurRad="38100" dist="38100" dir="2700000" algn="tl">
                    <a:srgbClr val="000000">
                      <a:alpha val="43137"/>
                    </a:srgbClr>
                  </a:outerShdw>
                </a:effectLst>
                <a:latin typeface="Times New Roman"/>
                <a:ea typeface="Times New Roman"/>
                <a:cs typeface="Times New Roman"/>
                <a:sym typeface="Times New Roman"/>
              </a:rPr>
              <a:t>Project On</a:t>
            </a:r>
            <a:br>
              <a:rPr lang="en-US" sz="3200" b="1" dirty="0">
                <a:solidFill>
                  <a:schemeClr val="dk1"/>
                </a:solidFill>
                <a:latin typeface="Times New Roman"/>
                <a:ea typeface="Times New Roman"/>
                <a:cs typeface="Times New Roman"/>
                <a:sym typeface="Times New Roman"/>
              </a:rPr>
            </a:br>
            <a:r>
              <a:rPr lang="en-US" sz="3200" b="1" dirty="0">
                <a:solidFill>
                  <a:schemeClr val="tx1"/>
                </a:solidFill>
                <a:effectLst/>
                <a:latin typeface="Lao UI" panose="020B0502040204020203" pitchFamily="34" charset="0"/>
                <a:ea typeface="Calibri" panose="020F0502020204030204" pitchFamily="34" charset="0"/>
              </a:rPr>
              <a:t>Artificial Intelligence and Expert System Lab</a:t>
            </a:r>
            <a:endParaRPr sz="3200" b="1" dirty="0">
              <a:solidFill>
                <a:schemeClr val="dk1"/>
              </a:solidFill>
              <a:latin typeface="Lucida Sans"/>
              <a:ea typeface="Lucida Sans"/>
              <a:cs typeface="Lucida Sans"/>
              <a:sym typeface="Lucida Sans"/>
            </a:endParaRPr>
          </a:p>
        </p:txBody>
      </p:sp>
      <p:sp>
        <p:nvSpPr>
          <p:cNvPr id="114" name="Google Shape;114;p2"/>
          <p:cNvSpPr/>
          <p:nvPr/>
        </p:nvSpPr>
        <p:spPr>
          <a:xfrm>
            <a:off x="1585704" y="2473150"/>
            <a:ext cx="4183132" cy="2814467"/>
          </a:xfrm>
          <a:prstGeom prst="round2DiagRect">
            <a:avLst>
              <a:gd name="adj1" fmla="val 16667"/>
              <a:gd name="adj2" fmla="val 0"/>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u="sng" dirty="0">
                <a:solidFill>
                  <a:schemeClr val="dk1"/>
                </a:solidFill>
                <a:latin typeface="Times New Roman"/>
                <a:ea typeface="Times New Roman"/>
                <a:cs typeface="Times New Roman"/>
                <a:sym typeface="Times New Roman"/>
              </a:rPr>
              <a:t>Submitted By</a:t>
            </a:r>
            <a:endParaRPr dirty="0"/>
          </a:p>
          <a:p>
            <a:pPr marL="0" marR="0" lvl="0" indent="0" algn="ctr" rtl="0">
              <a:spcBef>
                <a:spcPts val="0"/>
              </a:spcBef>
              <a:spcAft>
                <a:spcPts val="0"/>
              </a:spcAft>
              <a:buNone/>
            </a:pPr>
            <a:endParaRPr sz="2000" b="1" u="sng"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Group No: </a:t>
            </a:r>
            <a:r>
              <a:rPr lang="en-US" sz="2000" dirty="0">
                <a:solidFill>
                  <a:schemeClr val="dk1"/>
                </a:solidFill>
                <a:latin typeface="Times New Roman"/>
                <a:ea typeface="Times New Roman"/>
                <a:cs typeface="Times New Roman"/>
                <a:sym typeface="Times New Roman"/>
              </a:rPr>
              <a:t>00</a:t>
            </a:r>
            <a:endParaRPr dirty="0"/>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Subject Code: </a:t>
            </a:r>
            <a:r>
              <a:rPr lang="en-US" sz="2000" dirty="0">
                <a:solidFill>
                  <a:schemeClr val="dk1"/>
                </a:solidFill>
                <a:latin typeface="Times New Roman"/>
                <a:ea typeface="Times New Roman"/>
                <a:cs typeface="Times New Roman"/>
                <a:sym typeface="Times New Roman"/>
              </a:rPr>
              <a:t>CSE 352</a:t>
            </a:r>
            <a:endParaRPr dirty="0"/>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Intake: 29,30,31,32</a:t>
            </a:r>
            <a:r>
              <a:rPr lang="en-US" sz="2000" dirty="0">
                <a:solidFill>
                  <a:schemeClr val="dk1"/>
                </a:solidFill>
                <a:latin typeface="Times New Roman"/>
                <a:ea typeface="Times New Roman"/>
                <a:cs typeface="Times New Roman"/>
                <a:sym typeface="Times New Roman"/>
              </a:rPr>
              <a:t>(Evening)</a:t>
            </a:r>
            <a:endParaRPr dirty="0"/>
          </a:p>
          <a:p>
            <a:pPr marL="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Section: </a:t>
            </a:r>
            <a:r>
              <a:rPr lang="en-US" sz="2000" dirty="0">
                <a:solidFill>
                  <a:schemeClr val="dk1"/>
                </a:solidFill>
                <a:latin typeface="Times New Roman"/>
                <a:ea typeface="Times New Roman"/>
                <a:cs typeface="Times New Roman"/>
                <a:sym typeface="Times New Roman"/>
              </a:rPr>
              <a:t>00</a:t>
            </a:r>
            <a:br>
              <a:rPr lang="en-US" sz="2000" b="1" dirty="0">
                <a:solidFill>
                  <a:schemeClr val="dk1"/>
                </a:solidFill>
                <a:latin typeface="Times New Roman"/>
                <a:ea typeface="Times New Roman"/>
                <a:cs typeface="Times New Roman"/>
                <a:sym typeface="Times New Roman"/>
              </a:rPr>
            </a:br>
            <a:r>
              <a:rPr lang="en-US" sz="2000" b="1" dirty="0">
                <a:solidFill>
                  <a:schemeClr val="dk1"/>
                </a:solidFill>
                <a:latin typeface="Times New Roman"/>
                <a:ea typeface="Times New Roman"/>
                <a:cs typeface="Times New Roman"/>
                <a:sym typeface="Times New Roman"/>
              </a:rPr>
              <a:t>Department of CSE, BUBT </a:t>
            </a:r>
            <a:endParaRPr dirty="0"/>
          </a:p>
        </p:txBody>
      </p:sp>
      <p:sp>
        <p:nvSpPr>
          <p:cNvPr id="115" name="Google Shape;115;p2"/>
          <p:cNvSpPr/>
          <p:nvPr/>
        </p:nvSpPr>
        <p:spPr>
          <a:xfrm>
            <a:off x="6543262" y="2473149"/>
            <a:ext cx="4183132" cy="2814467"/>
          </a:xfrm>
          <a:prstGeom prst="round2DiagRect">
            <a:avLst>
              <a:gd name="adj1" fmla="val 16667"/>
              <a:gd name="adj2" fmla="val 0"/>
            </a:avLst>
          </a:prstGeom>
          <a:solidFill>
            <a:schemeClr val="accen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u="sng" dirty="0">
                <a:solidFill>
                  <a:schemeClr val="dk1"/>
                </a:solidFill>
                <a:latin typeface="Times New Roman"/>
                <a:cs typeface="Times New Roman"/>
                <a:sym typeface="Times New Roman"/>
              </a:rPr>
              <a:t>Supervised By</a:t>
            </a:r>
          </a:p>
          <a:p>
            <a:pPr marL="0" marR="0" lvl="0" indent="0" algn="ctr" rtl="0">
              <a:spcBef>
                <a:spcPts val="0"/>
              </a:spcBef>
              <a:spcAft>
                <a:spcPts val="0"/>
              </a:spcAft>
              <a:buNone/>
            </a:pPr>
            <a:endParaRPr dirty="0"/>
          </a:p>
          <a:p>
            <a:pPr marL="571500" marR="0" indent="-508635">
              <a:spcBef>
                <a:spcPts val="0"/>
              </a:spcBef>
              <a:spcAft>
                <a:spcPts val="0"/>
              </a:spcAft>
            </a:pPr>
            <a:r>
              <a:rPr lang="en-US" sz="2400" b="1" dirty="0">
                <a:solidFill>
                  <a:schemeClr val="dk1"/>
                </a:solidFill>
                <a:latin typeface="Times New Roman"/>
                <a:ea typeface="Times New Roman"/>
                <a:cs typeface="Times New Roman"/>
                <a:sym typeface="Times New Roman"/>
              </a:rPr>
              <a:t>Name</a:t>
            </a:r>
            <a:r>
              <a:rPr lang="en-US" sz="2000" b="1" dirty="0">
                <a:solidFill>
                  <a:schemeClr val="dk1"/>
                </a:solidFill>
                <a:latin typeface="Times New Roman"/>
                <a:ea typeface="Times New Roman"/>
                <a:cs typeface="Times New Roman"/>
                <a:sym typeface="Times New Roman"/>
              </a:rPr>
              <a:t>: </a:t>
            </a:r>
            <a:r>
              <a:rPr lang="en-US" sz="2000" b="1" dirty="0">
                <a:solidFill>
                  <a:srgbClr val="363636"/>
                </a:solidFill>
                <a:effectLst/>
                <a:latin typeface="Lao UI" panose="020B0502040204020203" pitchFamily="34" charset="0"/>
                <a:ea typeface="Arial MT"/>
                <a:cs typeface="Arial MT"/>
              </a:rPr>
              <a:t>Mr. Shamim Ahmed</a:t>
            </a:r>
          </a:p>
          <a:p>
            <a:pPr marL="571500" marR="0" indent="-508635">
              <a:spcBef>
                <a:spcPts val="0"/>
              </a:spcBef>
              <a:spcAft>
                <a:spcPts val="0"/>
              </a:spcAft>
            </a:pPr>
            <a:endParaRPr lang="en-US" sz="2000" b="1" dirty="0">
              <a:effectLst/>
              <a:latin typeface="Arial MT"/>
              <a:ea typeface="Arial MT"/>
              <a:cs typeface="Arial MT"/>
            </a:endParaRPr>
          </a:p>
          <a:p>
            <a:r>
              <a:rPr lang="en-US" sz="2000" i="1" dirty="0">
                <a:solidFill>
                  <a:srgbClr val="363636"/>
                </a:solidFill>
                <a:effectLst/>
                <a:latin typeface="Lao UI" panose="020B0502040204020203" pitchFamily="34" charset="0"/>
                <a:ea typeface="Calibri" panose="020F0502020204030204" pitchFamily="34" charset="0"/>
              </a:rPr>
              <a:t>Assistant Professor</a:t>
            </a:r>
            <a:endParaRPr lang="en-US" sz="2800" dirty="0">
              <a:latin typeface="Times New Roman"/>
              <a:ea typeface="Times New Roman"/>
              <a:cs typeface="Times New Roman"/>
              <a:sym typeface="Times New Roman"/>
            </a:endParaRPr>
          </a:p>
          <a:p>
            <a:pPr marL="0" marR="0" lvl="0" indent="0" algn="l" rtl="0">
              <a:spcBef>
                <a:spcPts val="0"/>
              </a:spcBef>
              <a:spcAft>
                <a:spcPts val="0"/>
              </a:spcAft>
              <a:buNone/>
            </a:pPr>
            <a:r>
              <a:rPr lang="en-US" sz="2000" b="0" dirty="0">
                <a:solidFill>
                  <a:schemeClr val="dk1"/>
                </a:solidFill>
                <a:latin typeface="Times New Roman"/>
                <a:ea typeface="Times New Roman"/>
                <a:cs typeface="Times New Roman"/>
                <a:sym typeface="Times New Roman"/>
              </a:rPr>
              <a:t>Department of CSE, BUBT </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16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554885" y="816593"/>
            <a:ext cx="109728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600"/>
              <a:buFont typeface="Times New Roman"/>
              <a:buNone/>
            </a:pPr>
            <a:r>
              <a:rPr lang="en-US" sz="3600" u="sng" dirty="0">
                <a:solidFill>
                  <a:schemeClr val="dk1"/>
                </a:solidFill>
                <a:latin typeface="Times New Roman"/>
                <a:ea typeface="Times New Roman"/>
                <a:cs typeface="Times New Roman"/>
                <a:sym typeface="Times New Roman"/>
              </a:rPr>
              <a:t>Group Member Name</a:t>
            </a:r>
            <a:endParaRPr dirty="0"/>
          </a:p>
        </p:txBody>
      </p:sp>
      <p:sp>
        <p:nvSpPr>
          <p:cNvPr id="121" name="Google Shape;121;p3"/>
          <p:cNvSpPr txBox="1"/>
          <p:nvPr/>
        </p:nvSpPr>
        <p:spPr>
          <a:xfrm>
            <a:off x="3697458" y="1648549"/>
            <a:ext cx="4529799" cy="109912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1800"/>
              <a:buFont typeface="Lucida Sans"/>
              <a:buNone/>
            </a:pPr>
            <a:endParaRPr sz="1800">
              <a:solidFill>
                <a:srgbClr val="3F3F3F"/>
              </a:solidFill>
              <a:latin typeface="Times New Roman"/>
              <a:ea typeface="Times New Roman"/>
              <a:cs typeface="Times New Roman"/>
              <a:sym typeface="Times New Roman"/>
            </a:endParaRPr>
          </a:p>
        </p:txBody>
      </p:sp>
      <p:sp>
        <p:nvSpPr>
          <p:cNvPr id="122" name="Google Shape;122;p3"/>
          <p:cNvSpPr txBox="1"/>
          <p:nvPr/>
        </p:nvSpPr>
        <p:spPr>
          <a:xfrm>
            <a:off x="554885" y="515603"/>
            <a:ext cx="3299875" cy="1066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1400"/>
              <a:buFont typeface="Lucida Sans"/>
              <a:buNone/>
            </a:pPr>
            <a:endParaRPr sz="1400">
              <a:solidFill>
                <a:srgbClr val="262626"/>
              </a:solidFill>
              <a:latin typeface="Times New Roman"/>
              <a:ea typeface="Times New Roman"/>
              <a:cs typeface="Times New Roman"/>
              <a:sym typeface="Times New Roman"/>
            </a:endParaRPr>
          </a:p>
        </p:txBody>
      </p:sp>
      <p:graphicFrame>
        <p:nvGraphicFramePr>
          <p:cNvPr id="2" name="Table 2">
            <a:extLst>
              <a:ext uri="{FF2B5EF4-FFF2-40B4-BE49-F238E27FC236}">
                <a16:creationId xmlns:a16="http://schemas.microsoft.com/office/drawing/2014/main" id="{C2CD429D-32EC-3E47-C1CB-EDF49FD33EA6}"/>
              </a:ext>
            </a:extLst>
          </p:cNvPr>
          <p:cNvGraphicFramePr>
            <a:graphicFrameLocks noGrp="1"/>
          </p:cNvGraphicFramePr>
          <p:nvPr>
            <p:extLst>
              <p:ext uri="{D42A27DB-BD31-4B8C-83A1-F6EECF244321}">
                <p14:modId xmlns:p14="http://schemas.microsoft.com/office/powerpoint/2010/main" val="231074963"/>
              </p:ext>
            </p:extLst>
          </p:nvPr>
        </p:nvGraphicFramePr>
        <p:xfrm>
          <a:off x="1372124" y="2336783"/>
          <a:ext cx="9185898" cy="2895039"/>
        </p:xfrm>
        <a:graphic>
          <a:graphicData uri="http://schemas.openxmlformats.org/drawingml/2006/table">
            <a:tbl>
              <a:tblPr firstRow="1" bandRow="1">
                <a:tableStyleId>{FE806B99-47AD-407B-BFF4-D04D0D1ED63B}</a:tableStyleId>
              </a:tblPr>
              <a:tblGrid>
                <a:gridCol w="3061966">
                  <a:extLst>
                    <a:ext uri="{9D8B030D-6E8A-4147-A177-3AD203B41FA5}">
                      <a16:colId xmlns:a16="http://schemas.microsoft.com/office/drawing/2014/main" val="839306385"/>
                    </a:ext>
                  </a:extLst>
                </a:gridCol>
                <a:gridCol w="3061966">
                  <a:extLst>
                    <a:ext uri="{9D8B030D-6E8A-4147-A177-3AD203B41FA5}">
                      <a16:colId xmlns:a16="http://schemas.microsoft.com/office/drawing/2014/main" val="3074104065"/>
                    </a:ext>
                  </a:extLst>
                </a:gridCol>
                <a:gridCol w="3061966">
                  <a:extLst>
                    <a:ext uri="{9D8B030D-6E8A-4147-A177-3AD203B41FA5}">
                      <a16:colId xmlns:a16="http://schemas.microsoft.com/office/drawing/2014/main" val="2191242578"/>
                    </a:ext>
                  </a:extLst>
                </a:gridCol>
              </a:tblGrid>
              <a:tr h="65151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a:solidFill>
                            <a:schemeClr val="lt1"/>
                          </a:solidFill>
                          <a:effectLst>
                            <a:outerShdw blurRad="38100" dist="38100" dir="2700000" algn="tl">
                              <a:srgbClr val="000000">
                                <a:alpha val="43137"/>
                              </a:srgbClr>
                            </a:outerShdw>
                          </a:effectLst>
                          <a:latin typeface="+mj-lt"/>
                          <a:ea typeface="Times New Roman"/>
                          <a:cs typeface="Times New Roman"/>
                          <a:sym typeface="Times New Roman"/>
                        </a:rPr>
                        <a:t>Group Member Name</a:t>
                      </a:r>
                      <a:endParaRPr lang="en-US" sz="2000" b="1" dirty="0">
                        <a:effectLst>
                          <a:outerShdw blurRad="38100" dist="38100" dir="2700000" algn="tl">
                            <a:srgbClr val="000000">
                              <a:alpha val="43137"/>
                            </a:srgbClr>
                          </a:outerShdw>
                        </a:effectLst>
                        <a:latin typeface="+mj-lt"/>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a:solidFill>
                            <a:schemeClr val="lt1"/>
                          </a:solidFill>
                          <a:effectLst>
                            <a:outerShdw blurRad="38100" dist="38100" dir="2700000" algn="tl">
                              <a:srgbClr val="000000">
                                <a:alpha val="43137"/>
                              </a:srgbClr>
                            </a:outerShdw>
                          </a:effectLst>
                          <a:latin typeface="+mj-lt"/>
                          <a:ea typeface="Times New Roman"/>
                          <a:cs typeface="Times New Roman"/>
                          <a:sym typeface="Times New Roman"/>
                        </a:rPr>
                        <a:t>Student ID</a:t>
                      </a:r>
                    </a:p>
                  </a:txBody>
                  <a:tcPr/>
                </a:tc>
                <a:tc>
                  <a:txBody>
                    <a:bodyPr/>
                    <a:lstStyle/>
                    <a:p>
                      <a:pPr algn="ctr"/>
                      <a:r>
                        <a:rPr lang="en-US" sz="2000" b="1" dirty="0">
                          <a:effectLst>
                            <a:outerShdw blurRad="38100" dist="38100" dir="2700000" algn="tl">
                              <a:srgbClr val="000000">
                                <a:alpha val="43137"/>
                              </a:srgbClr>
                            </a:outerShdw>
                          </a:effectLst>
                          <a:latin typeface="+mj-lt"/>
                        </a:rPr>
                        <a:t>INTAKE</a:t>
                      </a:r>
                    </a:p>
                  </a:txBody>
                  <a:tcPr/>
                </a:tc>
                <a:extLst>
                  <a:ext uri="{0D108BD9-81ED-4DB2-BD59-A6C34878D82A}">
                    <a16:rowId xmlns:a16="http://schemas.microsoft.com/office/drawing/2014/main" val="3674850339"/>
                  </a:ext>
                </a:extLst>
              </a:tr>
              <a:tr h="55618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err="1">
                          <a:solidFill>
                            <a:schemeClr val="dk1"/>
                          </a:solidFill>
                          <a:latin typeface="+mn-lt"/>
                          <a:ea typeface="Times New Roman"/>
                          <a:cs typeface="Times New Roman"/>
                          <a:sym typeface="Times New Roman"/>
                        </a:rPr>
                        <a:t>MD.Aminur</a:t>
                      </a:r>
                      <a:r>
                        <a:rPr lang="en-US" sz="2000" b="0" u="none" strike="noStrike" cap="none" dirty="0">
                          <a:solidFill>
                            <a:schemeClr val="dk1"/>
                          </a:solidFill>
                          <a:latin typeface="+mn-lt"/>
                          <a:ea typeface="Times New Roman"/>
                          <a:cs typeface="Times New Roman"/>
                          <a:sym typeface="Times New Roman"/>
                        </a:rPr>
                        <a:t> </a:t>
                      </a:r>
                      <a:r>
                        <a:rPr lang="en-US" sz="2000" b="0" u="none" strike="noStrike" cap="none" dirty="0" err="1">
                          <a:solidFill>
                            <a:schemeClr val="dk1"/>
                          </a:solidFill>
                          <a:latin typeface="+mn-lt"/>
                          <a:ea typeface="Times New Roman"/>
                          <a:cs typeface="Times New Roman"/>
                          <a:sym typeface="Times New Roman"/>
                        </a:rPr>
                        <a:t>Rhman</a:t>
                      </a:r>
                      <a:endParaRPr lang="en-US" sz="2000" b="0" u="none" strike="noStrike" cap="none" dirty="0">
                        <a:solidFill>
                          <a:schemeClr val="dk1"/>
                        </a:solidFill>
                        <a:latin typeface="+mn-lt"/>
                        <a:ea typeface="Times New Roman"/>
                        <a:cs typeface="Times New Roman"/>
                        <a:sym typeface="Times New Roman"/>
                      </a:endParaRPr>
                    </a:p>
                  </a:txBody>
                  <a:tcPr/>
                </a:tc>
                <a:tc>
                  <a:txBody>
                    <a:bodyPr/>
                    <a:lstStyle/>
                    <a:p>
                      <a:r>
                        <a:rPr lang="en-US" sz="2000" b="0" dirty="0">
                          <a:latin typeface="+mn-lt"/>
                        </a:rPr>
                        <a:t>18191203013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dirty="0">
                          <a:latin typeface="+mn-lt"/>
                        </a:rPr>
                        <a:t>31</a:t>
                      </a:r>
                    </a:p>
                  </a:txBody>
                  <a:tcPr/>
                </a:tc>
                <a:extLst>
                  <a:ext uri="{0D108BD9-81ED-4DB2-BD59-A6C34878D82A}">
                    <a16:rowId xmlns:a16="http://schemas.microsoft.com/office/drawing/2014/main" val="3425258981"/>
                  </a:ext>
                </a:extLst>
              </a:tr>
              <a:tr h="562448">
                <a:tc>
                  <a:txBody>
                    <a:bodyPr/>
                    <a:lstStyle/>
                    <a:p>
                      <a:r>
                        <a:rPr lang="en-US" sz="2000" b="0" i="0" u="none" strike="noStrike" cap="none" dirty="0" err="1">
                          <a:solidFill>
                            <a:schemeClr val="dk1"/>
                          </a:solidFill>
                          <a:effectLst/>
                          <a:latin typeface="+mn-lt"/>
                          <a:ea typeface="Lucida Sans Unicode"/>
                          <a:cs typeface="Lucida Sans Unicode"/>
                          <a:sym typeface="Arial"/>
                        </a:rPr>
                        <a:t>Shezan</a:t>
                      </a:r>
                      <a:r>
                        <a:rPr lang="en-US" sz="2000" b="0" i="0" u="none" strike="noStrike" cap="none" dirty="0">
                          <a:solidFill>
                            <a:schemeClr val="dk1"/>
                          </a:solidFill>
                          <a:effectLst/>
                          <a:latin typeface="+mn-lt"/>
                          <a:ea typeface="Lucida Sans Unicode"/>
                          <a:cs typeface="Lucida Sans Unicode"/>
                          <a:sym typeface="Arial"/>
                        </a:rPr>
                        <a:t> Mahmud</a:t>
                      </a:r>
                      <a:endParaRPr lang="en-US" sz="2000" b="0" dirty="0">
                        <a:latin typeface="+mn-lt"/>
                      </a:endParaRPr>
                    </a:p>
                  </a:txBody>
                  <a:tcPr/>
                </a:tc>
                <a:tc>
                  <a:txBody>
                    <a:bodyPr/>
                    <a:lstStyle/>
                    <a:p>
                      <a:r>
                        <a:rPr lang="en-US" sz="2000" b="0" i="0" u="none" strike="noStrike" cap="none" dirty="0">
                          <a:solidFill>
                            <a:schemeClr val="dk1"/>
                          </a:solidFill>
                          <a:effectLst/>
                          <a:latin typeface="+mn-lt"/>
                          <a:ea typeface="Lucida Sans Unicode"/>
                          <a:cs typeface="Lucida Sans Unicode"/>
                          <a:sym typeface="Arial"/>
                        </a:rPr>
                        <a:t>17183203041</a:t>
                      </a:r>
                      <a:endParaRPr lang="en-US" sz="2000" b="0" dirty="0">
                        <a:latin typeface="+mn-lt"/>
                      </a:endParaRPr>
                    </a:p>
                  </a:txBody>
                  <a:tcPr/>
                </a:tc>
                <a:tc>
                  <a:txBody>
                    <a:bodyPr/>
                    <a:lstStyle/>
                    <a:p>
                      <a:r>
                        <a:rPr lang="en-US" sz="2000" b="0" dirty="0">
                          <a:latin typeface="+mn-lt"/>
                        </a:rPr>
                        <a:t>30</a:t>
                      </a:r>
                    </a:p>
                  </a:txBody>
                  <a:tcPr/>
                </a:tc>
                <a:extLst>
                  <a:ext uri="{0D108BD9-81ED-4DB2-BD59-A6C34878D82A}">
                    <a16:rowId xmlns:a16="http://schemas.microsoft.com/office/drawing/2014/main" val="1485548306"/>
                  </a:ext>
                </a:extLst>
              </a:tr>
              <a:tr h="56244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err="1">
                          <a:solidFill>
                            <a:schemeClr val="dk1"/>
                          </a:solidFill>
                          <a:latin typeface="+mn-lt"/>
                          <a:ea typeface="Times New Roman"/>
                          <a:cs typeface="Times New Roman"/>
                          <a:sym typeface="Times New Roman"/>
                        </a:rPr>
                        <a:t>Anisur</a:t>
                      </a:r>
                      <a:r>
                        <a:rPr lang="en-US" sz="2000" b="0" u="none" strike="noStrike" cap="none" dirty="0">
                          <a:solidFill>
                            <a:schemeClr val="dk1"/>
                          </a:solidFill>
                          <a:latin typeface="+mn-lt"/>
                          <a:ea typeface="Times New Roman"/>
                          <a:cs typeface="Times New Roman"/>
                          <a:sym typeface="Times New Roman"/>
                        </a:rPr>
                        <a:t> </a:t>
                      </a:r>
                      <a:r>
                        <a:rPr lang="en-US" sz="2000" b="0" u="none" strike="noStrike" cap="none" dirty="0" err="1">
                          <a:solidFill>
                            <a:schemeClr val="dk1"/>
                          </a:solidFill>
                          <a:latin typeface="+mn-lt"/>
                          <a:ea typeface="Times New Roman"/>
                          <a:cs typeface="Times New Roman"/>
                          <a:sym typeface="Times New Roman"/>
                        </a:rPr>
                        <a:t>Rahaman</a:t>
                      </a:r>
                      <a:endParaRPr lang="en-US" sz="2000" b="0" u="none" strike="noStrike" cap="none" dirty="0">
                        <a:solidFill>
                          <a:schemeClr val="dk1"/>
                        </a:solidFill>
                        <a:latin typeface="+mn-lt"/>
                        <a:ea typeface="Times New Roman"/>
                        <a:cs typeface="Times New Roman"/>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a:solidFill>
                            <a:schemeClr val="dk1"/>
                          </a:solidFill>
                          <a:latin typeface="+mn-lt"/>
                          <a:ea typeface="Times New Roman"/>
                          <a:cs typeface="Times New Roman"/>
                          <a:sym typeface="Times New Roman"/>
                        </a:rPr>
                        <a:t>17182203031</a:t>
                      </a:r>
                      <a:endParaRPr lang="en-US" sz="2000" b="0" dirty="0">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dirty="0">
                          <a:latin typeface="+mn-lt"/>
                        </a:rPr>
                        <a:t>29</a:t>
                      </a:r>
                    </a:p>
                  </a:txBody>
                  <a:tcPr/>
                </a:tc>
                <a:extLst>
                  <a:ext uri="{0D108BD9-81ED-4DB2-BD59-A6C34878D82A}">
                    <a16:rowId xmlns:a16="http://schemas.microsoft.com/office/drawing/2014/main" val="3431353445"/>
                  </a:ext>
                </a:extLst>
              </a:tr>
              <a:tr h="562448">
                <a:tc>
                  <a:txBody>
                    <a:bodyPr/>
                    <a:lstStyle/>
                    <a:p>
                      <a:r>
                        <a:rPr lang="en-US" sz="2000" b="0" dirty="0" err="1">
                          <a:latin typeface="+mn-lt"/>
                        </a:rPr>
                        <a:t>Md.Topu</a:t>
                      </a:r>
                      <a:r>
                        <a:rPr lang="en-US" sz="2000" b="0" dirty="0">
                          <a:latin typeface="+mn-lt"/>
                        </a:rPr>
                        <a:t> Raihan Robin</a:t>
                      </a:r>
                    </a:p>
                  </a:txBody>
                  <a:tcPr/>
                </a:tc>
                <a:tc>
                  <a:txBody>
                    <a:bodyPr/>
                    <a:lstStyle/>
                    <a:p>
                      <a:r>
                        <a:rPr lang="en-US" sz="2000" b="0" dirty="0">
                          <a:latin typeface="+mn-lt"/>
                        </a:rPr>
                        <a:t>18192203036</a:t>
                      </a:r>
                    </a:p>
                  </a:txBody>
                  <a:tcPr/>
                </a:tc>
                <a:tc>
                  <a:txBody>
                    <a:bodyPr/>
                    <a:lstStyle/>
                    <a:p>
                      <a:r>
                        <a:rPr lang="en-US" sz="2000" b="0" dirty="0">
                          <a:latin typeface="+mn-lt"/>
                        </a:rPr>
                        <a:t>32</a:t>
                      </a:r>
                    </a:p>
                  </a:txBody>
                  <a:tcPr/>
                </a:tc>
                <a:extLst>
                  <a:ext uri="{0D108BD9-81ED-4DB2-BD59-A6C34878D82A}">
                    <a16:rowId xmlns:a16="http://schemas.microsoft.com/office/drawing/2014/main" val="265877958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175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xEl>
                                              <p:pRg st="0" end="0"/>
                                            </p:txEl>
                                          </p:spTgt>
                                        </p:tgtEl>
                                        <p:attrNameLst>
                                          <p:attrName>style.visibility</p:attrName>
                                        </p:attrNameLst>
                                      </p:cBhvr>
                                      <p:to>
                                        <p:strVal val="visible"/>
                                      </p:to>
                                    </p:set>
                                    <p:animEffect transition="in" filter="fade">
                                      <p:cBhvr>
                                        <p:cTn id="12" dur="500"/>
                                        <p:tgtEl>
                                          <p:spTgt spid="1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xEl>
                                              <p:pRg st="0" end="0"/>
                                            </p:txEl>
                                          </p:spTgt>
                                        </p:tgtEl>
                                        <p:attrNameLst>
                                          <p:attrName>style.visibility</p:attrName>
                                        </p:attrNameLst>
                                      </p:cBhvr>
                                      <p:to>
                                        <p:strVal val="visible"/>
                                      </p:to>
                                    </p:set>
                                    <p:animEffect transition="in" filter="fade">
                                      <p:cBhvr>
                                        <p:cTn id="17" dur="1000"/>
                                        <p:tgtEl>
                                          <p:spTgt spid="1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2" name="Rounded Rectangle 1"/>
          <p:cNvSpPr/>
          <p:nvPr/>
        </p:nvSpPr>
        <p:spPr>
          <a:xfrm>
            <a:off x="914399" y="2233883"/>
            <a:ext cx="10737129" cy="206474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4400" b="1" dirty="0">
                <a:solidFill>
                  <a:schemeClr val="tx1"/>
                </a:solidFill>
                <a:latin typeface="Times New Roman"/>
                <a:ea typeface="Times New Roman"/>
                <a:cs typeface="Times New Roman"/>
                <a:sym typeface="Times New Roman"/>
              </a:rPr>
              <a:t>Project Name:</a:t>
            </a:r>
          </a:p>
          <a:p>
            <a:pPr algn="ctr"/>
            <a:r>
              <a:rPr lang="en-US" sz="4000" b="1" dirty="0"/>
              <a:t>“Development of a Web Scraper to get news in one click”</a:t>
            </a:r>
            <a:endParaRPr lang="en-US" sz="4000" dirty="0">
              <a:solidFill>
                <a:schemeClr val="bg1"/>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39DC0AA-5636-A5ED-02E0-5A9D15AAF4C1}"/>
              </a:ext>
            </a:extLst>
          </p:cNvPr>
          <p:cNvSpPr>
            <a:spLocks noGrp="1"/>
          </p:cNvSpPr>
          <p:nvPr>
            <p:ph type="body" idx="1"/>
          </p:nvPr>
        </p:nvSpPr>
        <p:spPr>
          <a:xfrm>
            <a:off x="609600" y="1914966"/>
            <a:ext cx="10972800" cy="3609141"/>
          </a:xfrm>
        </p:spPr>
        <p:txBody>
          <a:bodyPr>
            <a:normAutofit/>
          </a:bodyPr>
          <a:lstStyle/>
          <a:p>
            <a:r>
              <a:rPr lang="en-US" sz="2400" dirty="0"/>
              <a:t>Web scraping typically extracts massive amounts of data from websites. This technology may directly access the World Wide Web using the Hypertext Transfer Protocol or a web browser. This is an automated process of gathering data in order to synchronize them for future usage. It is a form of extracting data and putting them in a local database so that further analysis and manipulation can be done on the data that was extracted from the websites.</a:t>
            </a:r>
          </a:p>
        </p:txBody>
      </p:sp>
      <p:sp>
        <p:nvSpPr>
          <p:cNvPr id="3" name="Title 2">
            <a:extLst>
              <a:ext uri="{FF2B5EF4-FFF2-40B4-BE49-F238E27FC236}">
                <a16:creationId xmlns:a16="http://schemas.microsoft.com/office/drawing/2014/main" id="{42155523-0948-302C-9E9B-5D313F84FF60}"/>
              </a:ext>
            </a:extLst>
          </p:cNvPr>
          <p:cNvSpPr>
            <a:spLocks noGrp="1"/>
          </p:cNvSpPr>
          <p:nvPr>
            <p:ph type="title"/>
          </p:nvPr>
        </p:nvSpPr>
        <p:spPr/>
        <p:txBody>
          <a:bodyPr/>
          <a:lstStyle/>
          <a:p>
            <a:pPr algn="ctr"/>
            <a:r>
              <a:rPr lang="en-US" b="1" dirty="0"/>
              <a:t>Introduction</a:t>
            </a:r>
            <a:endParaRPr lang="en-US" dirty="0"/>
          </a:p>
        </p:txBody>
      </p:sp>
    </p:spTree>
    <p:extLst>
      <p:ext uri="{BB962C8B-B14F-4D97-AF65-F5344CB8AC3E}">
        <p14:creationId xmlns:p14="http://schemas.microsoft.com/office/powerpoint/2010/main" val="102901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21BAE5-67EA-972C-C79A-BA129BE263C7}"/>
              </a:ext>
            </a:extLst>
          </p:cNvPr>
          <p:cNvSpPr>
            <a:spLocks noGrp="1"/>
          </p:cNvSpPr>
          <p:nvPr>
            <p:ph type="body" idx="1"/>
          </p:nvPr>
        </p:nvSpPr>
        <p:spPr>
          <a:xfrm>
            <a:off x="694441" y="1707576"/>
            <a:ext cx="10972800" cy="4525963"/>
          </a:xfrm>
        </p:spPr>
        <p:txBody>
          <a:bodyPr/>
          <a:lstStyle/>
          <a:p>
            <a:pPr algn="just"/>
            <a:r>
              <a:rPr lang="en-US" sz="2400" dirty="0"/>
              <a:t>The process of gathering information from different sources can be very time consuming and hectic if done manually. The development of a news scraper can fasten the process and save time.</a:t>
            </a:r>
          </a:p>
          <a:p>
            <a:pPr marL="150876" indent="0" algn="just">
              <a:buNone/>
            </a:pPr>
            <a:endParaRPr lang="en-US" sz="2400" dirty="0"/>
          </a:p>
          <a:p>
            <a:pPr algn="just"/>
            <a:r>
              <a:rPr lang="en-US" sz="2400" dirty="0"/>
              <a:t>The objectives of the project are: </a:t>
            </a:r>
          </a:p>
          <a:p>
            <a:pPr marL="285750" indent="-285750" algn="just">
              <a:buFont typeface="Wingdings" panose="05000000000000000000" pitchFamily="2" charset="2"/>
              <a:buChar char="ü"/>
            </a:pPr>
            <a:r>
              <a:rPr lang="en-US" sz="2400" dirty="0"/>
              <a:t>To build a news scraper</a:t>
            </a:r>
          </a:p>
          <a:p>
            <a:pPr marL="285750" indent="-285750" algn="just">
              <a:buFont typeface="Wingdings" panose="05000000000000000000" pitchFamily="2" charset="2"/>
              <a:buChar char="ü"/>
            </a:pPr>
            <a:r>
              <a:rPr lang="en-US" sz="2400" dirty="0"/>
              <a:t>To gather information in a more efficient way</a:t>
            </a:r>
          </a:p>
          <a:p>
            <a:pPr marL="285750" indent="-285750" algn="just">
              <a:buFont typeface="Wingdings" panose="05000000000000000000" pitchFamily="2" charset="2"/>
              <a:buChar char="ü"/>
            </a:pPr>
            <a:r>
              <a:rPr lang="en-US" sz="2400" dirty="0"/>
              <a:t>To save time of searching different news sources</a:t>
            </a:r>
          </a:p>
          <a:p>
            <a:pPr marL="285750" indent="-285750" algn="just">
              <a:buFont typeface="Wingdings" panose="05000000000000000000" pitchFamily="2" charset="2"/>
              <a:buChar char="ü"/>
            </a:pPr>
            <a:r>
              <a:rPr lang="en-US" sz="2400" dirty="0"/>
              <a:t>To present data in a more structured way</a:t>
            </a:r>
          </a:p>
          <a:p>
            <a:endParaRPr lang="en-US" dirty="0"/>
          </a:p>
        </p:txBody>
      </p:sp>
      <p:sp>
        <p:nvSpPr>
          <p:cNvPr id="3" name="Title 2">
            <a:extLst>
              <a:ext uri="{FF2B5EF4-FFF2-40B4-BE49-F238E27FC236}">
                <a16:creationId xmlns:a16="http://schemas.microsoft.com/office/drawing/2014/main" id="{B70F4CF1-8138-EA8C-7705-321EF9BD2FA7}"/>
              </a:ext>
            </a:extLst>
          </p:cNvPr>
          <p:cNvSpPr>
            <a:spLocks noGrp="1"/>
          </p:cNvSpPr>
          <p:nvPr>
            <p:ph type="title"/>
          </p:nvPr>
        </p:nvSpPr>
        <p:spPr/>
        <p:txBody>
          <a:bodyPr/>
          <a:lstStyle/>
          <a:p>
            <a:pPr algn="ctr"/>
            <a:r>
              <a:rPr lang="en-US" b="1" dirty="0"/>
              <a:t>Objective</a:t>
            </a:r>
            <a:endParaRPr lang="en-US" dirty="0"/>
          </a:p>
        </p:txBody>
      </p:sp>
    </p:spTree>
    <p:extLst>
      <p:ext uri="{BB962C8B-B14F-4D97-AF65-F5344CB8AC3E}">
        <p14:creationId xmlns:p14="http://schemas.microsoft.com/office/powerpoint/2010/main" val="1710749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39929F-38AB-3512-0BB5-23EB9BC759FE}"/>
              </a:ext>
            </a:extLst>
          </p:cNvPr>
          <p:cNvSpPr>
            <a:spLocks noGrp="1"/>
          </p:cNvSpPr>
          <p:nvPr>
            <p:ph type="body" idx="1"/>
          </p:nvPr>
        </p:nvSpPr>
        <p:spPr>
          <a:xfrm>
            <a:off x="864124" y="1886686"/>
            <a:ext cx="9665616" cy="3684555"/>
          </a:xfrm>
        </p:spPr>
        <p:txBody>
          <a:bodyPr/>
          <a:lstStyle/>
          <a:p>
            <a:pPr marL="457200" indent="-457200">
              <a:buFont typeface="+mj-lt"/>
              <a:buAutoNum type="arabicPeriod"/>
            </a:pPr>
            <a:r>
              <a:rPr lang="en-US" sz="2800" dirty="0"/>
              <a:t>Django</a:t>
            </a:r>
          </a:p>
          <a:p>
            <a:pPr marL="457200" indent="-457200">
              <a:buFont typeface="+mj-lt"/>
              <a:buAutoNum type="arabicPeriod"/>
            </a:pPr>
            <a:r>
              <a:rPr lang="en-US" sz="2800" dirty="0"/>
              <a:t>HTML</a:t>
            </a:r>
          </a:p>
          <a:p>
            <a:pPr marL="457200" indent="-457200">
              <a:buFont typeface="+mj-lt"/>
              <a:buAutoNum type="arabicPeriod"/>
            </a:pPr>
            <a:r>
              <a:rPr lang="en-US" sz="2800" dirty="0"/>
              <a:t>CSS</a:t>
            </a:r>
          </a:p>
          <a:p>
            <a:pPr marL="457200" indent="-457200">
              <a:buFont typeface="+mj-lt"/>
              <a:buAutoNum type="arabicPeriod"/>
            </a:pPr>
            <a:r>
              <a:rPr lang="en-US" sz="2800" dirty="0"/>
              <a:t>JavaScript</a:t>
            </a:r>
          </a:p>
          <a:p>
            <a:pPr marL="457200" indent="-457200">
              <a:buFont typeface="+mj-lt"/>
              <a:buAutoNum type="arabicPeriod"/>
            </a:pPr>
            <a:r>
              <a:rPr lang="en-US" sz="2800" dirty="0"/>
              <a:t>Beautiful Soup</a:t>
            </a:r>
          </a:p>
          <a:p>
            <a:pPr marL="457200" indent="-457200">
              <a:buFont typeface="+mj-lt"/>
              <a:buAutoNum type="arabicPeriod"/>
            </a:pPr>
            <a:r>
              <a:rPr lang="en-US" sz="2800" dirty="0"/>
              <a:t>SQLite (Database)</a:t>
            </a:r>
          </a:p>
          <a:p>
            <a:endParaRPr lang="en-US" dirty="0"/>
          </a:p>
        </p:txBody>
      </p:sp>
      <p:sp>
        <p:nvSpPr>
          <p:cNvPr id="3" name="Title 2">
            <a:extLst>
              <a:ext uri="{FF2B5EF4-FFF2-40B4-BE49-F238E27FC236}">
                <a16:creationId xmlns:a16="http://schemas.microsoft.com/office/drawing/2014/main" id="{C47F7AFB-9960-06B2-8C0B-2903318C5D95}"/>
              </a:ext>
            </a:extLst>
          </p:cNvPr>
          <p:cNvSpPr>
            <a:spLocks noGrp="1"/>
          </p:cNvSpPr>
          <p:nvPr>
            <p:ph type="title"/>
          </p:nvPr>
        </p:nvSpPr>
        <p:spPr/>
        <p:txBody>
          <a:bodyPr/>
          <a:lstStyle/>
          <a:p>
            <a:pPr algn="ctr"/>
            <a:r>
              <a:rPr lang="en-US" b="1" dirty="0"/>
              <a:t>Tools and Technologies</a:t>
            </a:r>
            <a:endParaRPr lang="en-US" dirty="0"/>
          </a:p>
        </p:txBody>
      </p:sp>
    </p:spTree>
    <p:extLst>
      <p:ext uri="{BB962C8B-B14F-4D97-AF65-F5344CB8AC3E}">
        <p14:creationId xmlns:p14="http://schemas.microsoft.com/office/powerpoint/2010/main" val="2947049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9B422-777E-13AB-1255-EC6CD94425A8}"/>
              </a:ext>
            </a:extLst>
          </p:cNvPr>
          <p:cNvSpPr>
            <a:spLocks noGrp="1"/>
          </p:cNvSpPr>
          <p:nvPr>
            <p:ph type="title"/>
          </p:nvPr>
        </p:nvSpPr>
        <p:spPr/>
        <p:txBody>
          <a:bodyPr/>
          <a:lstStyle/>
          <a:p>
            <a:pPr algn="ctr"/>
            <a:r>
              <a:rPr lang="en-US" dirty="0"/>
              <a:t>D</a:t>
            </a:r>
            <a:r>
              <a:rPr lang="en-US" b="1" dirty="0"/>
              <a:t>iagram</a:t>
            </a:r>
            <a:endParaRPr lang="en-US" dirty="0"/>
          </a:p>
        </p:txBody>
      </p:sp>
      <p:pic>
        <p:nvPicPr>
          <p:cNvPr id="4" name="image3.jpeg">
            <a:extLst>
              <a:ext uri="{FF2B5EF4-FFF2-40B4-BE49-F238E27FC236}">
                <a16:creationId xmlns:a16="http://schemas.microsoft.com/office/drawing/2014/main" id="{CF14CAFF-982A-CA32-0A45-2F86706AAE61}"/>
              </a:ext>
            </a:extLst>
          </p:cNvPr>
          <p:cNvPicPr>
            <a:picLocks noGrp="1" noChangeAspect="1"/>
          </p:cNvPicPr>
          <p:nvPr>
            <p:ph idx="1"/>
          </p:nvPr>
        </p:nvPicPr>
        <p:blipFill>
          <a:blip r:embed="rId2" cstate="print"/>
          <a:stretch>
            <a:fillRect/>
          </a:stretch>
        </p:blipFill>
        <p:spPr>
          <a:xfrm>
            <a:off x="1990320" y="1524563"/>
            <a:ext cx="8211360" cy="4653548"/>
          </a:xfrm>
          <a:prstGeom prst="rect">
            <a:avLst/>
          </a:prstGeom>
        </p:spPr>
      </p:pic>
    </p:spTree>
    <p:extLst>
      <p:ext uri="{BB962C8B-B14F-4D97-AF65-F5344CB8AC3E}">
        <p14:creationId xmlns:p14="http://schemas.microsoft.com/office/powerpoint/2010/main" val="2445881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94A2DE-96E5-675D-8F57-AE7166C79A4E}"/>
              </a:ext>
            </a:extLst>
          </p:cNvPr>
          <p:cNvSpPr>
            <a:spLocks noGrp="1"/>
          </p:cNvSpPr>
          <p:nvPr>
            <p:ph type="title"/>
          </p:nvPr>
        </p:nvSpPr>
        <p:spPr/>
        <p:txBody>
          <a:bodyPr/>
          <a:lstStyle/>
          <a:p>
            <a:pPr algn="ctr"/>
            <a:r>
              <a:rPr lang="en-US" b="1" dirty="0"/>
              <a:t>Steps of solving the problem</a:t>
            </a:r>
            <a:endParaRPr lang="en-US" dirty="0"/>
          </a:p>
        </p:txBody>
      </p:sp>
      <p:sp>
        <p:nvSpPr>
          <p:cNvPr id="5" name="Text Placeholder 4">
            <a:extLst>
              <a:ext uri="{FF2B5EF4-FFF2-40B4-BE49-F238E27FC236}">
                <a16:creationId xmlns:a16="http://schemas.microsoft.com/office/drawing/2014/main" id="{F0647DC6-708C-0DC0-949A-57505D9CC0B3}"/>
              </a:ext>
            </a:extLst>
          </p:cNvPr>
          <p:cNvSpPr>
            <a:spLocks noGrp="1"/>
          </p:cNvSpPr>
          <p:nvPr>
            <p:ph type="body" idx="1"/>
          </p:nvPr>
        </p:nvSpPr>
        <p:spPr/>
        <p:txBody>
          <a:bodyPr/>
          <a:lstStyle/>
          <a:p>
            <a:r>
              <a:rPr lang="en-US" dirty="0"/>
              <a:t>.</a:t>
            </a:r>
          </a:p>
        </p:txBody>
      </p:sp>
      <p:pic>
        <p:nvPicPr>
          <p:cNvPr id="6" name="image4.png">
            <a:extLst>
              <a:ext uri="{FF2B5EF4-FFF2-40B4-BE49-F238E27FC236}">
                <a16:creationId xmlns:a16="http://schemas.microsoft.com/office/drawing/2014/main" id="{F2910D29-8D80-7308-60ED-4263AD4C74BA}"/>
              </a:ext>
            </a:extLst>
          </p:cNvPr>
          <p:cNvPicPr>
            <a:picLocks noGrp="1" noChangeAspect="1"/>
          </p:cNvPicPr>
          <p:nvPr>
            <p:ph idx="1"/>
          </p:nvPr>
        </p:nvPicPr>
        <p:blipFill>
          <a:blip r:embed="rId2" cstate="print"/>
          <a:stretch>
            <a:fillRect/>
          </a:stretch>
        </p:blipFill>
        <p:spPr>
          <a:xfrm>
            <a:off x="2259290" y="1709867"/>
            <a:ext cx="7673419" cy="4372871"/>
          </a:xfrm>
          <a:prstGeom prst="rect">
            <a:avLst/>
          </a:prstGeom>
        </p:spPr>
      </p:pic>
    </p:spTree>
    <p:extLst>
      <p:ext uri="{BB962C8B-B14F-4D97-AF65-F5344CB8AC3E}">
        <p14:creationId xmlns:p14="http://schemas.microsoft.com/office/powerpoint/2010/main" val="4276743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3" name="Rounded Rectangle 1">
            <a:extLst>
              <a:ext uri="{FF2B5EF4-FFF2-40B4-BE49-F238E27FC236}">
                <a16:creationId xmlns:a16="http://schemas.microsoft.com/office/drawing/2014/main" id="{F65062F8-4566-0CE1-E81D-1D202B1E3C57}"/>
              </a:ext>
            </a:extLst>
          </p:cNvPr>
          <p:cNvSpPr/>
          <p:nvPr/>
        </p:nvSpPr>
        <p:spPr>
          <a:xfrm>
            <a:off x="3596641" y="294923"/>
            <a:ext cx="5799908" cy="862148"/>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dirty="0">
                <a:solidFill>
                  <a:schemeClr val="bg1"/>
                </a:solidFill>
                <a:effectLst>
                  <a:outerShdw blurRad="38100" dist="38100" dir="2700000" algn="tl">
                    <a:srgbClr val="000000">
                      <a:alpha val="43137"/>
                    </a:srgbClr>
                  </a:outerShdw>
                </a:effectLst>
                <a:latin typeface="Times New Roman"/>
                <a:ea typeface="Times New Roman"/>
                <a:cs typeface="Times New Roman"/>
                <a:sym typeface="Times New Roman"/>
              </a:rPr>
              <a:t>WEB UI Screenshot</a:t>
            </a:r>
            <a:endParaRPr lang="en-US" sz="4000" dirty="0">
              <a:solidFill>
                <a:schemeClr val="bg1"/>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7223738B-2B31-70F5-A7F9-F7DC2EC99705}"/>
              </a:ext>
            </a:extLst>
          </p:cNvPr>
          <p:cNvPicPr>
            <a:picLocks noChangeAspect="1"/>
          </p:cNvPicPr>
          <p:nvPr/>
        </p:nvPicPr>
        <p:blipFill>
          <a:blip r:embed="rId3"/>
          <a:stretch>
            <a:fillRect/>
          </a:stretch>
        </p:blipFill>
        <p:spPr>
          <a:xfrm>
            <a:off x="2668518" y="1263192"/>
            <a:ext cx="7137767" cy="4986779"/>
          </a:xfrm>
          <a:prstGeom prst="rect">
            <a:avLst/>
          </a:prstGeom>
        </p:spPr>
      </p:pic>
    </p:spTree>
    <p:extLst>
      <p:ext uri="{BB962C8B-B14F-4D97-AF65-F5344CB8AC3E}">
        <p14:creationId xmlns:p14="http://schemas.microsoft.com/office/powerpoint/2010/main" val="639949871"/>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3" name="Rounded Rectangle 1">
            <a:extLst>
              <a:ext uri="{FF2B5EF4-FFF2-40B4-BE49-F238E27FC236}">
                <a16:creationId xmlns:a16="http://schemas.microsoft.com/office/drawing/2014/main" id="{A71B7542-BA9C-2517-2652-FBF8F2C21F2B}"/>
              </a:ext>
            </a:extLst>
          </p:cNvPr>
          <p:cNvSpPr/>
          <p:nvPr/>
        </p:nvSpPr>
        <p:spPr>
          <a:xfrm>
            <a:off x="3596641" y="445754"/>
            <a:ext cx="5799908" cy="862148"/>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dirty="0">
                <a:solidFill>
                  <a:schemeClr val="bg1"/>
                </a:solidFill>
                <a:effectLst>
                  <a:outerShdw blurRad="38100" dist="38100" dir="2700000" algn="tl">
                    <a:srgbClr val="000000">
                      <a:alpha val="43137"/>
                    </a:srgbClr>
                  </a:outerShdw>
                </a:effectLst>
                <a:latin typeface="Times New Roman"/>
                <a:ea typeface="Times New Roman"/>
                <a:cs typeface="Times New Roman"/>
                <a:sym typeface="Times New Roman"/>
              </a:rPr>
              <a:t>Admin UI Screenshot</a:t>
            </a:r>
            <a:endParaRPr lang="en-US" sz="4000" dirty="0">
              <a:solidFill>
                <a:schemeClr val="bg1"/>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D8A97D23-7B27-D7E2-2B5B-DF41B067E10D}"/>
              </a:ext>
            </a:extLst>
          </p:cNvPr>
          <p:cNvPicPr>
            <a:picLocks noChangeAspect="1"/>
          </p:cNvPicPr>
          <p:nvPr/>
        </p:nvPicPr>
        <p:blipFill>
          <a:blip r:embed="rId3"/>
          <a:stretch>
            <a:fillRect/>
          </a:stretch>
        </p:blipFill>
        <p:spPr>
          <a:xfrm>
            <a:off x="2247166" y="1847768"/>
            <a:ext cx="7999729" cy="4175960"/>
          </a:xfrm>
          <a:prstGeom prst="rect">
            <a:avLst/>
          </a:prstGeom>
        </p:spPr>
      </p:pic>
    </p:spTree>
    <p:extLst>
      <p:ext uri="{BB962C8B-B14F-4D97-AF65-F5344CB8AC3E}">
        <p14:creationId xmlns:p14="http://schemas.microsoft.com/office/powerpoint/2010/main" val="3013322440"/>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2" name="Rounded Rectangle 1"/>
          <p:cNvSpPr/>
          <p:nvPr/>
        </p:nvSpPr>
        <p:spPr>
          <a:xfrm>
            <a:off x="3474089" y="445754"/>
            <a:ext cx="6254369" cy="862148"/>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dirty="0">
                <a:solidFill>
                  <a:schemeClr val="bg1"/>
                </a:solidFill>
                <a:effectLst>
                  <a:outerShdw blurRad="38100" dist="38100" dir="2700000" algn="tl">
                    <a:srgbClr val="000000">
                      <a:alpha val="43137"/>
                    </a:srgbClr>
                  </a:outerShdw>
                </a:effectLst>
                <a:latin typeface="Times New Roman"/>
                <a:ea typeface="Times New Roman"/>
                <a:cs typeface="Times New Roman"/>
                <a:sym typeface="Times New Roman"/>
              </a:rPr>
              <a:t>Functional Code Screenshot</a:t>
            </a:r>
            <a:endParaRPr lang="en-US" sz="4000" dirty="0">
              <a:solidFill>
                <a:schemeClr val="bg1"/>
              </a:solidFill>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18539C4B-0421-25B5-8FD9-3D201C598266}"/>
              </a:ext>
            </a:extLst>
          </p:cNvPr>
          <p:cNvPicPr>
            <a:picLocks noChangeAspect="1"/>
          </p:cNvPicPr>
          <p:nvPr/>
        </p:nvPicPr>
        <p:blipFill>
          <a:blip r:embed="rId3"/>
          <a:stretch>
            <a:fillRect/>
          </a:stretch>
        </p:blipFill>
        <p:spPr>
          <a:xfrm>
            <a:off x="2254052" y="1577880"/>
            <a:ext cx="7683895" cy="3702240"/>
          </a:xfrm>
          <a:prstGeom prst="rect">
            <a:avLst/>
          </a:prstGeom>
        </p:spPr>
      </p:pic>
    </p:spTree>
    <p:extLst>
      <p:ext uri="{BB962C8B-B14F-4D97-AF65-F5344CB8AC3E}">
        <p14:creationId xmlns:p14="http://schemas.microsoft.com/office/powerpoint/2010/main" val="4052152805"/>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Rounded Rectangle 1">
            <a:extLst>
              <a:ext uri="{FF2B5EF4-FFF2-40B4-BE49-F238E27FC236}">
                <a16:creationId xmlns:a16="http://schemas.microsoft.com/office/drawing/2014/main" id="{DA635E18-7645-2B52-9DD6-E0347FCC924C}"/>
              </a:ext>
            </a:extLst>
          </p:cNvPr>
          <p:cNvSpPr/>
          <p:nvPr/>
        </p:nvSpPr>
        <p:spPr>
          <a:xfrm>
            <a:off x="2597395" y="445754"/>
            <a:ext cx="7385591" cy="862148"/>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dirty="0">
                <a:solidFill>
                  <a:schemeClr val="bg1"/>
                </a:solidFill>
                <a:effectLst>
                  <a:outerShdw blurRad="38100" dist="38100" dir="2700000" algn="tl">
                    <a:srgbClr val="000000">
                      <a:alpha val="43137"/>
                    </a:srgbClr>
                  </a:outerShdw>
                </a:effectLst>
                <a:latin typeface="Times New Roman"/>
                <a:ea typeface="Times New Roman"/>
                <a:cs typeface="Times New Roman"/>
                <a:sym typeface="Times New Roman"/>
              </a:rPr>
              <a:t>Database Model Code Screenshot</a:t>
            </a:r>
            <a:endParaRPr lang="en-US" sz="4000" dirty="0">
              <a:solidFill>
                <a:schemeClr val="bg1"/>
              </a:solidFill>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56EBE277-C962-3A5E-63CE-6DE264564CFE}"/>
              </a:ext>
            </a:extLst>
          </p:cNvPr>
          <p:cNvPicPr>
            <a:picLocks noChangeAspect="1"/>
          </p:cNvPicPr>
          <p:nvPr/>
        </p:nvPicPr>
        <p:blipFill>
          <a:blip r:embed="rId3"/>
          <a:stretch>
            <a:fillRect/>
          </a:stretch>
        </p:blipFill>
        <p:spPr>
          <a:xfrm>
            <a:off x="1081087" y="1652535"/>
            <a:ext cx="10029825" cy="4476750"/>
          </a:xfrm>
          <a:prstGeom prst="rect">
            <a:avLst/>
          </a:prstGeom>
        </p:spPr>
      </p:pic>
    </p:spTree>
    <p:extLst>
      <p:ext uri="{BB962C8B-B14F-4D97-AF65-F5344CB8AC3E}">
        <p14:creationId xmlns:p14="http://schemas.microsoft.com/office/powerpoint/2010/main" val="2814313358"/>
      </p:ext>
    </p:extLst>
  </p:cSld>
  <p:clrMapOvr>
    <a:masterClrMapping/>
  </p:clrMapOvr>
  <mc:AlternateContent xmlns:mc="http://schemas.openxmlformats.org/markup-compatibility/2006" xmlns:p14="http://schemas.microsoft.com/office/powerpoint/2010/main">
    <mc:Choice Requires="p14">
      <p:transition spd="slow" p14:dur="1250">
        <p14:flip dir="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21BAE5-67EA-972C-C79A-BA129BE263C7}"/>
              </a:ext>
            </a:extLst>
          </p:cNvPr>
          <p:cNvSpPr>
            <a:spLocks noGrp="1"/>
          </p:cNvSpPr>
          <p:nvPr>
            <p:ph type="body" idx="1"/>
          </p:nvPr>
        </p:nvSpPr>
        <p:spPr>
          <a:xfrm>
            <a:off x="694441" y="1707576"/>
            <a:ext cx="10972800" cy="4525963"/>
          </a:xfrm>
        </p:spPr>
        <p:txBody>
          <a:bodyPr/>
          <a:lstStyle/>
          <a:p>
            <a:pPr algn="just"/>
            <a:r>
              <a:rPr lang="en-US" sz="2400" dirty="0"/>
              <a:t>In this project have too many limitation. This is the first step of web scrapping.</a:t>
            </a:r>
          </a:p>
          <a:p>
            <a:pPr algn="just"/>
            <a:r>
              <a:rPr lang="en-US" sz="2400" dirty="0"/>
              <a:t>In future we can develop or upgrade this project to a fake news detector and etc. </a:t>
            </a:r>
          </a:p>
        </p:txBody>
      </p:sp>
      <p:sp>
        <p:nvSpPr>
          <p:cNvPr id="3" name="Title 2">
            <a:extLst>
              <a:ext uri="{FF2B5EF4-FFF2-40B4-BE49-F238E27FC236}">
                <a16:creationId xmlns:a16="http://schemas.microsoft.com/office/drawing/2014/main" id="{B70F4CF1-8138-EA8C-7705-321EF9BD2FA7}"/>
              </a:ext>
            </a:extLst>
          </p:cNvPr>
          <p:cNvSpPr>
            <a:spLocks noGrp="1"/>
          </p:cNvSpPr>
          <p:nvPr>
            <p:ph type="title"/>
          </p:nvPr>
        </p:nvSpPr>
        <p:spPr/>
        <p:txBody>
          <a:bodyPr/>
          <a:lstStyle/>
          <a:p>
            <a:pPr algn="ctr"/>
            <a:r>
              <a:rPr lang="en-US" b="1" dirty="0"/>
              <a:t>Limitations and Future scopes.</a:t>
            </a:r>
            <a:endParaRPr lang="en-US" dirty="0"/>
          </a:p>
        </p:txBody>
      </p:sp>
    </p:spTree>
    <p:extLst>
      <p:ext uri="{BB962C8B-B14F-4D97-AF65-F5344CB8AC3E}">
        <p14:creationId xmlns:p14="http://schemas.microsoft.com/office/powerpoint/2010/main" val="90954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21BAE5-67EA-972C-C79A-BA129BE263C7}"/>
              </a:ext>
            </a:extLst>
          </p:cNvPr>
          <p:cNvSpPr>
            <a:spLocks noGrp="1"/>
          </p:cNvSpPr>
          <p:nvPr>
            <p:ph type="body" idx="1"/>
          </p:nvPr>
        </p:nvSpPr>
        <p:spPr>
          <a:xfrm>
            <a:off x="694441" y="1707576"/>
            <a:ext cx="10972800" cy="4525963"/>
          </a:xfrm>
        </p:spPr>
        <p:txBody>
          <a:bodyPr/>
          <a:lstStyle/>
          <a:p>
            <a:pPr algn="just"/>
            <a:r>
              <a:rPr lang="en-US" sz="2400" dirty="0"/>
              <a:t> This project only provides an introduction to the practice of web scraping and highlights some of the tools available. Scrapy has many more features, be sure to refer to its full documentation for details.</a:t>
            </a:r>
          </a:p>
          <a:p>
            <a:pPr algn="just"/>
            <a:endParaRPr lang="en-US" sz="2400" dirty="0"/>
          </a:p>
        </p:txBody>
      </p:sp>
      <p:sp>
        <p:nvSpPr>
          <p:cNvPr id="3" name="Title 2">
            <a:extLst>
              <a:ext uri="{FF2B5EF4-FFF2-40B4-BE49-F238E27FC236}">
                <a16:creationId xmlns:a16="http://schemas.microsoft.com/office/drawing/2014/main" id="{B70F4CF1-8138-EA8C-7705-321EF9BD2FA7}"/>
              </a:ext>
            </a:extLst>
          </p:cNvPr>
          <p:cNvSpPr>
            <a:spLocks noGrp="1"/>
          </p:cNvSpPr>
          <p:nvPr>
            <p:ph type="title"/>
          </p:nvPr>
        </p:nvSpPr>
        <p:spPr/>
        <p:txBody>
          <a:bodyPr/>
          <a:lstStyle/>
          <a:p>
            <a:pPr algn="ctr"/>
            <a:r>
              <a:rPr lang="en-US" b="1" dirty="0"/>
              <a:t>Conclusion</a:t>
            </a:r>
            <a:endParaRPr lang="en-US" dirty="0"/>
          </a:p>
        </p:txBody>
      </p:sp>
    </p:spTree>
    <p:extLst>
      <p:ext uri="{BB962C8B-B14F-4D97-AF65-F5344CB8AC3E}">
        <p14:creationId xmlns:p14="http://schemas.microsoft.com/office/powerpoint/2010/main" val="1742907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pPr algn="ctr"/>
            <a:r>
              <a:rPr lang="en-US" sz="25000" b="1" dirty="0">
                <a:solidFill>
                  <a:srgbClr val="FF0000"/>
                </a:solidFill>
                <a:effectLst>
                  <a:outerShdw blurRad="38100" dist="38100" dir="2700000" algn="tl">
                    <a:srgbClr val="000000">
                      <a:alpha val="43137"/>
                    </a:srgbClr>
                  </a:outerShdw>
                </a:effectLst>
              </a:rPr>
              <a:t>?</a:t>
            </a:r>
          </a:p>
        </p:txBody>
      </p:sp>
      <p:sp>
        <p:nvSpPr>
          <p:cNvPr id="3" name="Title 2"/>
          <p:cNvSpPr>
            <a:spLocks noGrp="1"/>
          </p:cNvSpPr>
          <p:nvPr>
            <p:ph type="title"/>
          </p:nvPr>
        </p:nvSpPr>
        <p:spPr>
          <a:xfrm>
            <a:off x="736059" y="994484"/>
            <a:ext cx="10972800" cy="1143000"/>
          </a:xfrm>
        </p:spPr>
        <p:txBody>
          <a:bodyPr/>
          <a:lstStyle/>
          <a:p>
            <a:pPr algn="ctr"/>
            <a:r>
              <a:rPr lang="en-US" dirty="0">
                <a:solidFill>
                  <a:srgbClr val="FF0000"/>
                </a:solidFill>
                <a:latin typeface="Aharoni" pitchFamily="2" charset="-79"/>
                <a:cs typeface="Aharoni" pitchFamily="2" charset="-79"/>
              </a:rPr>
              <a:t>HAVE ANY QUESTIONS SIR</a:t>
            </a:r>
          </a:p>
        </p:txBody>
      </p:sp>
    </p:spTree>
    <p:extLst>
      <p:ext uri="{BB962C8B-B14F-4D97-AF65-F5344CB8AC3E}">
        <p14:creationId xmlns:p14="http://schemas.microsoft.com/office/powerpoint/2010/main" val="2875678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13705" y="4615031"/>
            <a:ext cx="8416064" cy="1547009"/>
          </a:xfrm>
        </p:spPr>
        <p:txBody>
          <a:bodyPr>
            <a:normAutofit/>
          </a:bodyPr>
          <a:lstStyle/>
          <a:p>
            <a:r>
              <a:rPr lang="en-US" sz="4400" dirty="0">
                <a:solidFill>
                  <a:schemeClr val="tx1"/>
                </a:solidFill>
                <a:effectLst>
                  <a:outerShdw blurRad="38100" dist="38100" dir="2700000" algn="tl">
                    <a:srgbClr val="000000">
                      <a:alpha val="43137"/>
                    </a:srgbClr>
                  </a:outerShdw>
                </a:effectLst>
              </a:rPr>
              <a:t>Thank You For Watching…</a:t>
            </a:r>
          </a:p>
        </p:txBody>
      </p:sp>
      <p:pic>
        <p:nvPicPr>
          <p:cNvPr id="4" name="Picture 3" descr="C:\Users\aminu\OneDrive\Desktop\bub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3027" y="605029"/>
            <a:ext cx="3989869" cy="39299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7611201"/>
      </p:ext>
    </p:extLst>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741</TotalTime>
  <Words>389</Words>
  <Application>Microsoft Office PowerPoint</Application>
  <PresentationFormat>Widescreen</PresentationFormat>
  <Paragraphs>70</Paragraphs>
  <Slides>17</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Aharoni</vt:lpstr>
      <vt:lpstr>Arial</vt:lpstr>
      <vt:lpstr>Arial MT</vt:lpstr>
      <vt:lpstr>Arial Rounded</vt:lpstr>
      <vt:lpstr>Calibri</vt:lpstr>
      <vt:lpstr>Lao UI</vt:lpstr>
      <vt:lpstr>Lucida Sans</vt:lpstr>
      <vt:lpstr>Noto Sans Symbols</vt:lpstr>
      <vt:lpstr>Times New Roman</vt:lpstr>
      <vt:lpstr>Verdana</vt:lpstr>
      <vt:lpstr>Wingdings</vt:lpstr>
      <vt:lpstr>Concourse</vt:lpstr>
      <vt:lpstr>Welcome  To  Our Presentation </vt:lpstr>
      <vt:lpstr>PowerPoint Presentation</vt:lpstr>
      <vt:lpstr>Group Member Name</vt:lpstr>
      <vt:lpstr>PowerPoint Presentation</vt:lpstr>
      <vt:lpstr>Introduction</vt:lpstr>
      <vt:lpstr>Objective</vt:lpstr>
      <vt:lpstr>Tools and Technologies</vt:lpstr>
      <vt:lpstr>Diagram</vt:lpstr>
      <vt:lpstr>Steps of solving the problem</vt:lpstr>
      <vt:lpstr>PowerPoint Presentation</vt:lpstr>
      <vt:lpstr>PowerPoint Presentation</vt:lpstr>
      <vt:lpstr>PowerPoint Presentation</vt:lpstr>
      <vt:lpstr>PowerPoint Presentation</vt:lpstr>
      <vt:lpstr>Limitations and Future scopes.</vt:lpstr>
      <vt:lpstr>Conclusion</vt:lpstr>
      <vt:lpstr>HAVE ANY QUESTIONS SIR</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Presentation</dc:title>
  <dc:creator>Shihab Abrar</dc:creator>
  <cp:lastModifiedBy>Aminur Rony</cp:lastModifiedBy>
  <cp:revision>36</cp:revision>
  <dcterms:created xsi:type="dcterms:W3CDTF">2021-07-29T05:29:46Z</dcterms:created>
  <dcterms:modified xsi:type="dcterms:W3CDTF">2022-07-27T13:32:41Z</dcterms:modified>
</cp:coreProperties>
</file>