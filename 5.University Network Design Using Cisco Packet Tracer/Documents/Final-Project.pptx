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3"/>
  </p:notesMasterIdLst>
  <p:sldIdLst>
    <p:sldId id="256" r:id="rId2"/>
    <p:sldId id="258" r:id="rId3"/>
    <p:sldId id="257" r:id="rId4"/>
    <p:sldId id="298" r:id="rId5"/>
    <p:sldId id="296" r:id="rId6"/>
    <p:sldId id="278" r:id="rId7"/>
    <p:sldId id="261" r:id="rId8"/>
    <p:sldId id="276" r:id="rId9"/>
    <p:sldId id="274" r:id="rId10"/>
    <p:sldId id="300" r:id="rId11"/>
    <p:sldId id="286" r:id="rId12"/>
    <p:sldId id="288" r:id="rId13"/>
    <p:sldId id="289" r:id="rId14"/>
    <p:sldId id="287" r:id="rId15"/>
    <p:sldId id="259" r:id="rId16"/>
    <p:sldId id="275" r:id="rId17"/>
    <p:sldId id="295" r:id="rId18"/>
    <p:sldId id="279" r:id="rId19"/>
    <p:sldId id="292" r:id="rId20"/>
    <p:sldId id="294" r:id="rId21"/>
    <p:sldId id="301" r:id="rId22"/>
    <p:sldId id="290" r:id="rId23"/>
    <p:sldId id="291" r:id="rId24"/>
    <p:sldId id="293" r:id="rId25"/>
    <p:sldId id="280" r:id="rId26"/>
    <p:sldId id="277" r:id="rId27"/>
    <p:sldId id="282" r:id="rId28"/>
    <p:sldId id="281" r:id="rId29"/>
    <p:sldId id="284" r:id="rId30"/>
    <p:sldId id="283" r:id="rId31"/>
    <p:sldId id="273" r:id="rId3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jCUFRDzYIu+anN9sCy1DLrAC29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BBC06D4-CE90-4A81-A062-FA92C154CAC8}">
  <a:tblStyle styleId="{6BBC06D4-CE90-4A81-A062-FA92C154CAC8}" styleName="Table_0">
    <a:wholeTbl>
      <a:tcTxStyle b="off" i="off">
        <a:font>
          <a:latin typeface="Lucida Sans Unicode"/>
          <a:ea typeface="Lucida Sans Unicode"/>
          <a:cs typeface="Lucida Sans Unicode"/>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F0F4"/>
          </a:solidFill>
        </a:fill>
      </a:tcStyle>
    </a:wholeTbl>
    <a:band1H>
      <a:tcTxStyle b="off" i="off"/>
      <a:tcStyle>
        <a:tcBdr/>
        <a:fill>
          <a:solidFill>
            <a:srgbClr val="CCDFE8"/>
          </a:solidFill>
        </a:fill>
      </a:tcStyle>
    </a:band1H>
    <a:band2H>
      <a:tcTxStyle b="off" i="off"/>
      <a:tcStyle>
        <a:tcBdr/>
      </a:tcStyle>
    </a:band2H>
    <a:band1V>
      <a:tcTxStyle b="off" i="off"/>
      <a:tcStyle>
        <a:tcBdr/>
        <a:fill>
          <a:solidFill>
            <a:srgbClr val="CCDFE8"/>
          </a:solidFill>
        </a:fill>
      </a:tcStyle>
    </a:band1V>
    <a:band2V>
      <a:tcTxStyle b="off" i="off"/>
      <a:tcStyle>
        <a:tcBdr/>
      </a:tcStyle>
    </a:band2V>
    <a:lastCol>
      <a:tcTxStyle b="on" i="off">
        <a:font>
          <a:latin typeface="Lucida Sans Unicode"/>
          <a:ea typeface="Lucida Sans Unicode"/>
          <a:cs typeface="Lucida Sans Unicode"/>
        </a:font>
        <a:schemeClr val="lt1"/>
      </a:tcTxStyle>
      <a:tcStyle>
        <a:tcBdr/>
        <a:fill>
          <a:solidFill>
            <a:schemeClr val="accent1"/>
          </a:solidFill>
        </a:fill>
      </a:tcStyle>
    </a:lastCol>
    <a:firstCol>
      <a:tcTxStyle b="on" i="off">
        <a:font>
          <a:latin typeface="Lucida Sans Unicode"/>
          <a:ea typeface="Lucida Sans Unicode"/>
          <a:cs typeface="Lucida Sans Unicode"/>
        </a:font>
        <a:schemeClr val="lt1"/>
      </a:tcTxStyle>
      <a:tcStyle>
        <a:tcBdr/>
        <a:fill>
          <a:solidFill>
            <a:schemeClr val="accent1"/>
          </a:solidFill>
        </a:fill>
      </a:tcStyle>
    </a:firstCol>
    <a:lastRow>
      <a:tcTxStyle b="on" i="off">
        <a:font>
          <a:latin typeface="Lucida Sans Unicode"/>
          <a:ea typeface="Lucida Sans Unicode"/>
          <a:cs typeface="Lucida Sans Unicode"/>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Lucida Sans Unicode"/>
          <a:ea typeface="Lucida Sans Unicode"/>
          <a:cs typeface="Lucida Sans Unicode"/>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6" d="100"/>
          <a:sy n="66" d="100"/>
        </p:scale>
        <p:origin x="644" y="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 name="Google Shape;7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 name="Google Shape;8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 name="Google Shape;8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extLst>
      <p:ext uri="{BB962C8B-B14F-4D97-AF65-F5344CB8AC3E}">
        <p14:creationId xmlns:p14="http://schemas.microsoft.com/office/powerpoint/2010/main" val="4247243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9"/>
        <p:cNvGrpSpPr/>
        <p:nvPr/>
      </p:nvGrpSpPr>
      <p:grpSpPr>
        <a:xfrm>
          <a:off x="0" y="0"/>
          <a:ext cx="0" cy="0"/>
          <a:chOff x="0" y="0"/>
          <a:chExt cx="0" cy="0"/>
        </a:xfrm>
      </p:grpSpPr>
      <p:sp>
        <p:nvSpPr>
          <p:cNvPr id="20" name="Google Shape;20;p19"/>
          <p:cNvSpPr/>
          <p:nvPr/>
        </p:nvSpPr>
        <p:spPr>
          <a:xfrm>
            <a:off x="-2" y="4664147"/>
            <a:ext cx="12201452" cy="0"/>
          </a:xfrm>
          <a:prstGeom prst="rtTriangle">
            <a:avLst/>
          </a:prstGeom>
          <a:gradFill>
            <a:gsLst>
              <a:gs pos="0">
                <a:srgbClr val="007795"/>
              </a:gs>
              <a:gs pos="55000">
                <a:srgbClr val="47BBE0"/>
              </a:gs>
              <a:gs pos="100000">
                <a:srgbClr val="007795"/>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sp>
        <p:nvSpPr>
          <p:cNvPr id="21" name="Google Shape;21;p19"/>
          <p:cNvSpPr txBox="1">
            <a:spLocks noGrp="1"/>
          </p:cNvSpPr>
          <p:nvPr>
            <p:ph type="ctrTitle"/>
          </p:nvPr>
        </p:nvSpPr>
        <p:spPr>
          <a:xfrm>
            <a:off x="914400" y="1752606"/>
            <a:ext cx="10363200" cy="1829761"/>
          </a:xfrm>
          <a:prstGeom prst="rect">
            <a:avLst/>
          </a:prstGeom>
          <a:noFill/>
          <a:ln>
            <a:noFill/>
          </a:ln>
        </p:spPr>
        <p:txBody>
          <a:bodyPr spcFirstLastPara="1" wrap="square" lIns="91425" tIns="45700" rIns="91425" bIns="45700" anchor="b" anchorCtr="0">
            <a:normAutofit/>
          </a:bodyPr>
          <a:lstStyle>
            <a:lvl1pPr lvl="0" algn="r">
              <a:lnSpc>
                <a:spcPct val="100000"/>
              </a:lnSpc>
              <a:spcBef>
                <a:spcPts val="0"/>
              </a:spcBef>
              <a:spcAft>
                <a:spcPts val="0"/>
              </a:spcAft>
              <a:buClr>
                <a:schemeClr val="dk2"/>
              </a:buClr>
              <a:buSzPts val="4800"/>
              <a:buFont typeface="Lucida Sans"/>
              <a:buNone/>
              <a:defRPr sz="4800" b="1">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9"/>
          <p:cNvSpPr txBox="1">
            <a:spLocks noGrp="1"/>
          </p:cNvSpPr>
          <p:nvPr>
            <p:ph type="subTitle" idx="1"/>
          </p:nvPr>
        </p:nvSpPr>
        <p:spPr>
          <a:xfrm>
            <a:off x="914400" y="3611607"/>
            <a:ext cx="10363200" cy="1199704"/>
          </a:xfrm>
          <a:prstGeom prst="rect">
            <a:avLst/>
          </a:prstGeom>
          <a:noFill/>
          <a:ln>
            <a:noFill/>
          </a:ln>
        </p:spPr>
        <p:txBody>
          <a:bodyPr spcFirstLastPara="1" wrap="square" lIns="45700" tIns="45700" rIns="45700" bIns="45700" anchor="t" anchorCtr="0">
            <a:normAutofit/>
          </a:bodyPr>
          <a:lstStyle>
            <a:lvl1pPr marR="64008" lvl="0" algn="r">
              <a:lnSpc>
                <a:spcPct val="100000"/>
              </a:lnSpc>
              <a:spcBef>
                <a:spcPts val="400"/>
              </a:spcBef>
              <a:spcAft>
                <a:spcPts val="0"/>
              </a:spcAft>
              <a:buSzPts val="1836"/>
              <a:buNone/>
              <a:defRPr>
                <a:solidFill>
                  <a:schemeClr val="dk2"/>
                </a:solidFill>
              </a:defRPr>
            </a:lvl1pPr>
            <a:lvl2pPr lvl="1" algn="ctr">
              <a:lnSpc>
                <a:spcPct val="100000"/>
              </a:lnSpc>
              <a:spcBef>
                <a:spcPts val="324"/>
              </a:spcBef>
              <a:spcAft>
                <a:spcPts val="0"/>
              </a:spcAft>
              <a:buSzPts val="1800"/>
              <a:buNone/>
              <a:defRPr/>
            </a:lvl2pPr>
            <a:lvl3pPr lvl="2" algn="ctr">
              <a:lnSpc>
                <a:spcPct val="100000"/>
              </a:lnSpc>
              <a:spcBef>
                <a:spcPts val="350"/>
              </a:spcBef>
              <a:spcAft>
                <a:spcPts val="0"/>
              </a:spcAft>
              <a:buSzPts val="1800"/>
              <a:buNone/>
              <a:defRPr/>
            </a:lvl3pPr>
            <a:lvl4pPr lvl="3" algn="ctr">
              <a:lnSpc>
                <a:spcPct val="100000"/>
              </a:lnSpc>
              <a:spcBef>
                <a:spcPts val="350"/>
              </a:spcBef>
              <a:spcAft>
                <a:spcPts val="0"/>
              </a:spcAft>
              <a:buSzPts val="1800"/>
              <a:buNone/>
              <a:defRPr/>
            </a:lvl4pPr>
            <a:lvl5pPr lvl="4" algn="ctr">
              <a:lnSpc>
                <a:spcPct val="100000"/>
              </a:lnSpc>
              <a:spcBef>
                <a:spcPts val="350"/>
              </a:spcBef>
              <a:spcAft>
                <a:spcPts val="0"/>
              </a:spcAft>
              <a:buSzPts val="1800"/>
              <a:buNone/>
              <a:defRPr/>
            </a:lvl5pPr>
            <a:lvl6pPr lvl="5" algn="ctr">
              <a:lnSpc>
                <a:spcPct val="100000"/>
              </a:lnSpc>
              <a:spcBef>
                <a:spcPts val="350"/>
              </a:spcBef>
              <a:spcAft>
                <a:spcPts val="0"/>
              </a:spcAft>
              <a:buSzPts val="1800"/>
              <a:buNone/>
              <a:defRPr/>
            </a:lvl6pPr>
            <a:lvl7pPr lvl="6" algn="ctr">
              <a:lnSpc>
                <a:spcPct val="100000"/>
              </a:lnSpc>
              <a:spcBef>
                <a:spcPts val="350"/>
              </a:spcBef>
              <a:spcAft>
                <a:spcPts val="0"/>
              </a:spcAft>
              <a:buSzPts val="1800"/>
              <a:buNone/>
              <a:defRPr/>
            </a:lvl7pPr>
            <a:lvl8pPr lvl="7" algn="ctr">
              <a:lnSpc>
                <a:spcPct val="100000"/>
              </a:lnSpc>
              <a:spcBef>
                <a:spcPts val="350"/>
              </a:spcBef>
              <a:spcAft>
                <a:spcPts val="0"/>
              </a:spcAft>
              <a:buSzPts val="1800"/>
              <a:buNone/>
              <a:defRPr/>
            </a:lvl8pPr>
            <a:lvl9pPr lvl="8" algn="ctr">
              <a:lnSpc>
                <a:spcPct val="100000"/>
              </a:lnSpc>
              <a:spcBef>
                <a:spcPts val="350"/>
              </a:spcBef>
              <a:spcAft>
                <a:spcPts val="0"/>
              </a:spcAft>
              <a:buSzPts val="1800"/>
              <a:buNone/>
              <a:defRPr/>
            </a:lvl9pPr>
          </a:lstStyle>
          <a:p>
            <a:endParaRPr/>
          </a:p>
        </p:txBody>
      </p:sp>
      <p:grpSp>
        <p:nvGrpSpPr>
          <p:cNvPr id="23" name="Google Shape;23;p19"/>
          <p:cNvGrpSpPr/>
          <p:nvPr/>
        </p:nvGrpSpPr>
        <p:grpSpPr>
          <a:xfrm>
            <a:off x="-5018" y="4953000"/>
            <a:ext cx="12197020" cy="1912088"/>
            <a:chOff x="-3765" y="4832896"/>
            <a:chExt cx="9147765" cy="2032192"/>
          </a:xfrm>
        </p:grpSpPr>
        <p:sp>
          <p:nvSpPr>
            <p:cNvPr id="24" name="Google Shape;24;p19"/>
            <p:cNvSpPr/>
            <p:nvPr/>
          </p:nvSpPr>
          <p:spPr>
            <a:xfrm>
              <a:off x="1687513" y="4832896"/>
              <a:ext cx="7456487" cy="518816"/>
            </a:xfrm>
            <a:custGeom>
              <a:avLst/>
              <a:gdLst/>
              <a:ahLst/>
              <a:cxnLst/>
              <a:rect l="l" t="t" r="r" b="b"/>
              <a:pathLst>
                <a:path w="4697" h="367" extrusionOk="0">
                  <a:moveTo>
                    <a:pt x="4697" y="0"/>
                  </a:moveTo>
                  <a:lnTo>
                    <a:pt x="4697" y="367"/>
                  </a:lnTo>
                  <a:lnTo>
                    <a:pt x="0" y="218"/>
                  </a:lnTo>
                  <a:lnTo>
                    <a:pt x="4697" y="0"/>
                  </a:lnTo>
                  <a:close/>
                </a:path>
              </a:pathLst>
            </a:custGeom>
            <a:solidFill>
              <a:srgbClr val="9CCADC">
                <a:alpha val="400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25" name="Google Shape;25;p19"/>
            <p:cNvSpPr/>
            <p:nvPr/>
          </p:nvSpPr>
          <p:spPr>
            <a:xfrm>
              <a:off x="35443" y="5135526"/>
              <a:ext cx="9108557" cy="838200"/>
            </a:xfrm>
            <a:custGeom>
              <a:avLst/>
              <a:gdLst/>
              <a:ahLst/>
              <a:cxnLst/>
              <a:rect l="l" t="t" r="r" b="b"/>
              <a:pathLst>
                <a:path w="5760" h="528" extrusionOk="0">
                  <a:moveTo>
                    <a:pt x="0" y="0"/>
                  </a:moveTo>
                  <a:lnTo>
                    <a:pt x="5760" y="0"/>
                  </a:lnTo>
                  <a:lnTo>
                    <a:pt x="5760" y="528"/>
                  </a:lnTo>
                  <a:lnTo>
                    <a:pt x="48" y="0"/>
                  </a:lnTo>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26" name="Google Shape;26;p19"/>
            <p:cNvSpPr/>
            <p:nvPr/>
          </p:nvSpPr>
          <p:spPr>
            <a:xfrm>
              <a:off x="0" y="4883888"/>
              <a:ext cx="9144000" cy="1981200"/>
            </a:xfrm>
            <a:custGeom>
              <a:avLst/>
              <a:gdLst/>
              <a:ahLst/>
              <a:cxnLst/>
              <a:rect l="l" t="t" r="r" b="b"/>
              <a:pathLst>
                <a:path w="5760" h="1248" extrusionOk="0">
                  <a:moveTo>
                    <a:pt x="0" y="0"/>
                  </a:moveTo>
                  <a:lnTo>
                    <a:pt x="0" y="1248"/>
                  </a:lnTo>
                  <a:lnTo>
                    <a:pt x="5760" y="1248"/>
                  </a:lnTo>
                  <a:lnTo>
                    <a:pt x="5760" y="528"/>
                  </a:lnTo>
                  <a:lnTo>
                    <a:pt x="0" y="0"/>
                  </a:lnTo>
                  <a:close/>
                </a:path>
              </a:pathLst>
            </a:custGeom>
            <a:gradFill>
              <a:gsLst>
                <a:gs pos="0">
                  <a:srgbClr val="17AFD4"/>
                </a:gs>
                <a:gs pos="100000">
                  <a:srgbClr val="8CEBFF"/>
                </a:gs>
              </a:gsLst>
              <a:lin ang="16200000" scaled="0"/>
            </a:gra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cxnSp>
          <p:nvCxnSpPr>
            <p:cNvPr id="27" name="Google Shape;27;p19"/>
            <p:cNvCxnSpPr/>
            <p:nvPr/>
          </p:nvCxnSpPr>
          <p:spPr>
            <a:xfrm>
              <a:off x="-3765" y="4880373"/>
              <a:ext cx="9147765" cy="839943"/>
            </a:xfrm>
            <a:prstGeom prst="straightConnector1">
              <a:avLst/>
            </a:prstGeom>
            <a:noFill/>
            <a:ln w="12050" cap="flat" cmpd="sng">
              <a:solidFill>
                <a:srgbClr val="93C5D8"/>
              </a:solidFill>
              <a:prstDash val="solid"/>
              <a:miter lim="800000"/>
              <a:headEnd type="none" w="sm" len="sm"/>
              <a:tailEnd type="none" w="sm" len="sm"/>
            </a:ln>
          </p:spPr>
        </p:cxnSp>
      </p:grpSp>
      <p:sp>
        <p:nvSpPr>
          <p:cNvPr id="28" name="Google Shape;28;p19"/>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FFFFFF"/>
                </a:solidFill>
                <a:latin typeface="Lucida Sans"/>
                <a:ea typeface="Lucida Sans"/>
                <a:cs typeface="Lucida Sans"/>
                <a:sym typeface="Lucid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9pPr>
          </a:lstStyle>
          <a:p>
            <a:endParaRPr/>
          </a:p>
        </p:txBody>
      </p:sp>
      <p:sp>
        <p:nvSpPr>
          <p:cNvPr id="29" name="Google Shape;29;p19"/>
          <p:cNvSpPr txBox="1">
            <a:spLocks noGrp="1"/>
          </p:cNvSpPr>
          <p:nvPr>
            <p:ph type="ftr" idx="11"/>
          </p:nvPr>
        </p:nvSpPr>
        <p:spPr>
          <a:xfrm>
            <a:off x="5840100" y="6407949"/>
            <a:ext cx="3134241"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E7F0F4"/>
                </a:solidFill>
                <a:latin typeface="Lucida Sans"/>
                <a:ea typeface="Lucida Sans"/>
                <a:cs typeface="Lucida Sans"/>
                <a:sym typeface="Lucid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9pPr>
          </a:lstStyle>
          <a:p>
            <a:endParaRPr/>
          </a:p>
        </p:txBody>
      </p:sp>
      <p:sp>
        <p:nvSpPr>
          <p:cNvPr id="30" name="Google Shape;30;p19"/>
          <p:cNvSpPr txBox="1">
            <a:spLocks noGrp="1"/>
          </p:cNvSpPr>
          <p:nvPr>
            <p:ph type="sldNum" idx="12"/>
          </p:nvPr>
        </p:nvSpPr>
        <p:spPr>
          <a:xfrm>
            <a:off x="11529696" y="6407949"/>
            <a:ext cx="48768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Lucida Sans"/>
                <a:ea typeface="Lucida Sans"/>
                <a:cs typeface="Lucida Sans"/>
                <a:sym typeface="Lucida Sans"/>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Lucida Sans"/>
                <a:ea typeface="Lucida Sans"/>
                <a:cs typeface="Lucida Sans"/>
                <a:sym typeface="Lucida Sans"/>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Lucida Sans"/>
                <a:ea typeface="Lucida Sans"/>
                <a:cs typeface="Lucida Sans"/>
                <a:sym typeface="Lucida Sans"/>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Lucida Sans"/>
                <a:ea typeface="Lucida Sans"/>
                <a:cs typeface="Lucida Sans"/>
                <a:sym typeface="Lucida Sans"/>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Lucida Sans"/>
                <a:ea typeface="Lucida Sans"/>
                <a:cs typeface="Lucida Sans"/>
                <a:sym typeface="Lucida Sans"/>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Lucida Sans"/>
                <a:ea typeface="Lucida Sans"/>
                <a:cs typeface="Lucida Sans"/>
                <a:sym typeface="Lucida Sans"/>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Lucida Sans"/>
                <a:ea typeface="Lucida Sans"/>
                <a:cs typeface="Lucida Sans"/>
                <a:sym typeface="Lucida Sans"/>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Lucida Sans"/>
                <a:ea typeface="Lucida Sans"/>
                <a:cs typeface="Lucida Sans"/>
                <a:sym typeface="Lucida Sans"/>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Lucida Sans"/>
                <a:ea typeface="Lucida Sans"/>
                <a:cs typeface="Lucida Sans"/>
                <a:sym typeface="Lucida Sans"/>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1"/>
        <p:cNvGrpSpPr/>
        <p:nvPr/>
      </p:nvGrpSpPr>
      <p:grpSpPr>
        <a:xfrm>
          <a:off x="0" y="0"/>
          <a:ext cx="0" cy="0"/>
          <a:chOff x="0" y="0"/>
          <a:chExt cx="0" cy="0"/>
        </a:xfrm>
      </p:grpSpPr>
      <p:sp>
        <p:nvSpPr>
          <p:cNvPr id="32" name="Google Shape;32;p20"/>
          <p:cNvSpPr txBox="1">
            <a:spLocks noGrp="1"/>
          </p:cNvSpPr>
          <p:nvPr>
            <p:ph type="body" idx="1"/>
          </p:nvPr>
        </p:nvSpPr>
        <p:spPr>
          <a:xfrm>
            <a:off x="609600" y="1481333"/>
            <a:ext cx="10972800" cy="4525963"/>
          </a:xfrm>
          <a:prstGeom prst="rect">
            <a:avLst/>
          </a:prstGeom>
          <a:noFill/>
          <a:ln>
            <a:noFill/>
          </a:ln>
        </p:spPr>
        <p:txBody>
          <a:bodyPr spcFirstLastPara="1" wrap="square" lIns="91425" tIns="45700" rIns="91425" bIns="45700" anchor="t" anchorCtr="0">
            <a:normAutofit/>
          </a:bodyPr>
          <a:lstStyle>
            <a:lvl1pPr marL="457200" lvl="0" indent="-306324" algn="l">
              <a:lnSpc>
                <a:spcPct val="100000"/>
              </a:lnSpc>
              <a:spcBef>
                <a:spcPts val="400"/>
              </a:spcBef>
              <a:spcAft>
                <a:spcPts val="0"/>
              </a:spcAft>
              <a:buSzPts val="1224"/>
              <a:buChar char="?"/>
              <a:defRPr/>
            </a:lvl1pPr>
            <a:lvl2pPr marL="914400" lvl="1" indent="-342900" algn="l">
              <a:lnSpc>
                <a:spcPct val="100000"/>
              </a:lnSpc>
              <a:spcBef>
                <a:spcPts val="324"/>
              </a:spcBef>
              <a:spcAft>
                <a:spcPts val="0"/>
              </a:spcAft>
              <a:buSzPts val="1800"/>
              <a:buChar char="◦"/>
              <a:defRPr/>
            </a:lvl2pPr>
            <a:lvl3pPr marL="1371600" lvl="2" indent="-342900" algn="l">
              <a:lnSpc>
                <a:spcPct val="100000"/>
              </a:lnSpc>
              <a:spcBef>
                <a:spcPts val="350"/>
              </a:spcBef>
              <a:spcAft>
                <a:spcPts val="0"/>
              </a:spcAft>
              <a:buSzPts val="1800"/>
              <a:buChar char="●"/>
              <a:defRPr/>
            </a:lvl3pPr>
            <a:lvl4pPr marL="1828800" lvl="3" indent="-342900" algn="l">
              <a:lnSpc>
                <a:spcPct val="100000"/>
              </a:lnSpc>
              <a:spcBef>
                <a:spcPts val="350"/>
              </a:spcBef>
              <a:spcAft>
                <a:spcPts val="0"/>
              </a:spcAft>
              <a:buSzPts val="1800"/>
              <a:buChar char="●"/>
              <a:defRPr/>
            </a:lvl4pPr>
            <a:lvl5pPr marL="2286000" lvl="4" indent="-342900" algn="l">
              <a:lnSpc>
                <a:spcPct val="100000"/>
              </a:lnSpc>
              <a:spcBef>
                <a:spcPts val="350"/>
              </a:spcBef>
              <a:spcAft>
                <a:spcPts val="0"/>
              </a:spcAft>
              <a:buSzPts val="1800"/>
              <a:buChar char="●"/>
              <a:defRPr/>
            </a:lvl5pPr>
            <a:lvl6pPr marL="2743200" lvl="5" indent="-342900" algn="l">
              <a:lnSpc>
                <a:spcPct val="100000"/>
              </a:lnSpc>
              <a:spcBef>
                <a:spcPts val="350"/>
              </a:spcBef>
              <a:spcAft>
                <a:spcPts val="0"/>
              </a:spcAft>
              <a:buSzPts val="1800"/>
              <a:buChar char="■"/>
              <a:defRPr/>
            </a:lvl6pPr>
            <a:lvl7pPr marL="3200400" lvl="6" indent="-342900" algn="l">
              <a:lnSpc>
                <a:spcPct val="100000"/>
              </a:lnSpc>
              <a:spcBef>
                <a:spcPts val="350"/>
              </a:spcBef>
              <a:spcAft>
                <a:spcPts val="0"/>
              </a:spcAft>
              <a:buSzPts val="1800"/>
              <a:buChar char="■"/>
              <a:defRPr/>
            </a:lvl7pPr>
            <a:lvl8pPr marL="3657600" lvl="7" indent="-342900" algn="l">
              <a:lnSpc>
                <a:spcPct val="100000"/>
              </a:lnSpc>
              <a:spcBef>
                <a:spcPts val="350"/>
              </a:spcBef>
              <a:spcAft>
                <a:spcPts val="0"/>
              </a:spcAft>
              <a:buSzPts val="1800"/>
              <a:buChar char="■"/>
              <a:defRPr/>
            </a:lvl8pPr>
            <a:lvl9pPr marL="4114800" lvl="8" indent="-342900" algn="l">
              <a:lnSpc>
                <a:spcPct val="100000"/>
              </a:lnSpc>
              <a:spcBef>
                <a:spcPts val="350"/>
              </a:spcBef>
              <a:spcAft>
                <a:spcPts val="0"/>
              </a:spcAft>
              <a:buSzPts val="1800"/>
              <a:buChar char="■"/>
              <a:defRPr/>
            </a:lvl9pPr>
          </a:lstStyle>
          <a:p>
            <a:endParaRPr dirty="0"/>
          </a:p>
        </p:txBody>
      </p:sp>
      <p:sp>
        <p:nvSpPr>
          <p:cNvPr id="33" name="Google Shape;33;p20"/>
          <p:cNvSpPr txBox="1">
            <a:spLocks noGrp="1"/>
          </p:cNvSpPr>
          <p:nvPr>
            <p:ph type="sldNum" idx="12"/>
          </p:nvPr>
        </p:nvSpPr>
        <p:spPr>
          <a:xfrm>
            <a:off x="11529696" y="6407949"/>
            <a:ext cx="48768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9pPr>
          </a:lstStyle>
          <a:p>
            <a:pPr marL="0" lvl="0" indent="0" algn="l" rtl="0">
              <a:spcBef>
                <a:spcPts val="0"/>
              </a:spcBef>
              <a:spcAft>
                <a:spcPts val="0"/>
              </a:spcAft>
              <a:buNone/>
            </a:pPr>
            <a:fld id="{00000000-1234-1234-1234-123412341234}" type="slidenum">
              <a:rPr lang="en-US"/>
              <a:t>‹#›</a:t>
            </a:fld>
            <a:endParaRPr/>
          </a:p>
        </p:txBody>
      </p:sp>
      <p:sp>
        <p:nvSpPr>
          <p:cNvPr id="34" name="Google Shape;34;p2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5" name="Google Shape;35;p20"/>
          <p:cNvPicPr preferRelativeResize="0"/>
          <p:nvPr/>
        </p:nvPicPr>
        <p:blipFill rotWithShape="1">
          <a:blip r:embed="rId2">
            <a:alphaModFix/>
          </a:blip>
          <a:srcRect/>
          <a:stretch/>
        </p:blipFill>
        <p:spPr>
          <a:xfrm>
            <a:off x="10840919" y="118811"/>
            <a:ext cx="1111140" cy="1298828"/>
          </a:xfrm>
          <a:prstGeom prst="rect">
            <a:avLst/>
          </a:prstGeom>
          <a:noFill/>
          <a:ln>
            <a:noFill/>
          </a:ln>
        </p:spPr>
      </p:pic>
      <p:sp>
        <p:nvSpPr>
          <p:cNvPr id="36" name="Google Shape;36;p20"/>
          <p:cNvSpPr/>
          <p:nvPr/>
        </p:nvSpPr>
        <p:spPr>
          <a:xfrm rot="5400000">
            <a:off x="-274598" y="1419733"/>
            <a:ext cx="970538" cy="421342"/>
          </a:xfrm>
          <a:prstGeom prst="rect">
            <a:avLst/>
          </a:prstGeom>
          <a:solidFill>
            <a:srgbClr val="C00000"/>
          </a:solidFill>
          <a:ln w="9525"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a:solidFill>
                  <a:schemeClr val="lt1"/>
                </a:solidFill>
                <a:latin typeface="Arial Rounded"/>
                <a:ea typeface="Arial Rounded"/>
                <a:cs typeface="Arial Rounded"/>
                <a:sym typeface="Arial Rounded"/>
              </a:rPr>
              <a:t> </a:t>
            </a:r>
            <a:r>
              <a:rPr lang="en-US" sz="1600" b="1" i="0" u="none" strike="noStrike" cap="none" dirty="0">
                <a:solidFill>
                  <a:schemeClr val="lt1"/>
                </a:solidFill>
                <a:latin typeface="Arial Rounded"/>
                <a:ea typeface="Arial Rounded"/>
                <a:cs typeface="Arial Rounded"/>
                <a:sym typeface="Arial Rounded"/>
              </a:rPr>
              <a:t>BUBT</a:t>
            </a:r>
            <a:endParaRPr sz="1600" b="0" i="0" u="none" strike="noStrike" cap="none" dirty="0">
              <a:solidFill>
                <a:srgbClr val="000000"/>
              </a:solidFill>
              <a:latin typeface="Arial"/>
              <a:ea typeface="Arial"/>
              <a:cs typeface="Arial"/>
              <a:sym typeface="Arial"/>
            </a:endParaRPr>
          </a:p>
        </p:txBody>
      </p:sp>
      <p:sp>
        <p:nvSpPr>
          <p:cNvPr id="2" name="Round Same Side Corner Rectangle 1"/>
          <p:cNvSpPr/>
          <p:nvPr userDrawn="1"/>
        </p:nvSpPr>
        <p:spPr>
          <a:xfrm rot="10800000">
            <a:off x="0" y="-2"/>
            <a:ext cx="12191998" cy="55117"/>
          </a:xfrm>
          <a:prstGeom prst="round2Same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Content with Caption" userDrawn="1">
  <p:cSld name="OBJECT_WITH_CAPTION_TEXT">
    <p:bg>
      <p:bgPr>
        <a:blipFill rotWithShape="1">
          <a:blip r:embed="rId2">
            <a:alphaModFix/>
          </a:blip>
          <a:tile tx="0" ty="0" sx="50000" sy="50000" flip="none" algn="tl"/>
        </a:blipFill>
        <a:effectLst/>
      </p:bgPr>
    </p:bg>
    <p:spTree>
      <p:nvGrpSpPr>
        <p:cNvPr id="1" name="Shape 41"/>
        <p:cNvGrpSpPr/>
        <p:nvPr/>
      </p:nvGrpSpPr>
      <p:grpSpPr>
        <a:xfrm>
          <a:off x="0" y="0"/>
          <a:ext cx="0" cy="0"/>
          <a:chOff x="0" y="0"/>
          <a:chExt cx="0" cy="0"/>
        </a:xfrm>
      </p:grpSpPr>
      <p:sp>
        <p:nvSpPr>
          <p:cNvPr id="42" name="Google Shape;42;p26"/>
          <p:cNvSpPr txBox="1">
            <a:spLocks noGrp="1"/>
          </p:cNvSpPr>
          <p:nvPr>
            <p:ph type="title"/>
          </p:nvPr>
        </p:nvSpPr>
        <p:spPr>
          <a:xfrm>
            <a:off x="2216299" y="4849906"/>
            <a:ext cx="9975701" cy="45720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Clr>
                <a:schemeClr val="accent1"/>
              </a:buClr>
              <a:buSzPts val="2500"/>
              <a:buFont typeface="Lucida Sans"/>
              <a:buNone/>
              <a:defRPr sz="25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3" name="Google Shape;43;p26"/>
          <p:cNvSpPr txBox="1">
            <a:spLocks noGrp="1"/>
          </p:cNvSpPr>
          <p:nvPr>
            <p:ph type="body" idx="1"/>
          </p:nvPr>
        </p:nvSpPr>
        <p:spPr>
          <a:xfrm>
            <a:off x="6892544" y="5561290"/>
            <a:ext cx="5299456" cy="914400"/>
          </a:xfrm>
          <a:prstGeom prst="rect">
            <a:avLst/>
          </a:prstGeom>
          <a:noFill/>
          <a:ln>
            <a:noFill/>
          </a:ln>
        </p:spPr>
        <p:txBody>
          <a:bodyPr spcFirstLastPara="1" wrap="square" lIns="91425" tIns="45700" rIns="91425" bIns="45700" anchor="t" anchorCtr="0">
            <a:normAutofit/>
          </a:bodyPr>
          <a:lstStyle>
            <a:lvl1pPr marL="457200" lvl="0" indent="-228600" algn="r">
              <a:lnSpc>
                <a:spcPct val="100000"/>
              </a:lnSpc>
              <a:spcBef>
                <a:spcPts val="400"/>
              </a:spcBef>
              <a:spcAft>
                <a:spcPts val="0"/>
              </a:spcAft>
              <a:buSzPts val="1088"/>
              <a:buNone/>
              <a:defRPr sz="1600"/>
            </a:lvl1pPr>
            <a:lvl2pPr marL="914400" lvl="1" indent="-228600" algn="l">
              <a:lnSpc>
                <a:spcPct val="100000"/>
              </a:lnSpc>
              <a:spcBef>
                <a:spcPts val="324"/>
              </a:spcBef>
              <a:spcAft>
                <a:spcPts val="0"/>
              </a:spcAft>
              <a:buSzPts val="1200"/>
              <a:buNone/>
              <a:defRPr sz="1200"/>
            </a:lvl2pPr>
            <a:lvl3pPr marL="1371600" lvl="2" indent="-228600" algn="l">
              <a:lnSpc>
                <a:spcPct val="100000"/>
              </a:lnSpc>
              <a:spcBef>
                <a:spcPts val="350"/>
              </a:spcBef>
              <a:spcAft>
                <a:spcPts val="0"/>
              </a:spcAft>
              <a:buSzPts val="1000"/>
              <a:buNone/>
              <a:defRPr sz="1000"/>
            </a:lvl3pPr>
            <a:lvl4pPr marL="1828800" lvl="3" indent="-228600" algn="l">
              <a:lnSpc>
                <a:spcPct val="100000"/>
              </a:lnSpc>
              <a:spcBef>
                <a:spcPts val="350"/>
              </a:spcBef>
              <a:spcAft>
                <a:spcPts val="0"/>
              </a:spcAft>
              <a:buSzPts val="900"/>
              <a:buNone/>
              <a:defRPr sz="900"/>
            </a:lvl4pPr>
            <a:lvl5pPr marL="2286000" lvl="4" indent="-228600" algn="l">
              <a:lnSpc>
                <a:spcPct val="100000"/>
              </a:lnSpc>
              <a:spcBef>
                <a:spcPts val="350"/>
              </a:spcBef>
              <a:spcAft>
                <a:spcPts val="0"/>
              </a:spcAft>
              <a:buSzPts val="900"/>
              <a:buNone/>
              <a:defRPr sz="900"/>
            </a:lvl5pPr>
            <a:lvl6pPr marL="2743200" lvl="5" indent="-342900" algn="l">
              <a:lnSpc>
                <a:spcPct val="100000"/>
              </a:lnSpc>
              <a:spcBef>
                <a:spcPts val="350"/>
              </a:spcBef>
              <a:spcAft>
                <a:spcPts val="0"/>
              </a:spcAft>
              <a:buSzPts val="1800"/>
              <a:buChar char="■"/>
              <a:defRPr/>
            </a:lvl6pPr>
            <a:lvl7pPr marL="3200400" lvl="6" indent="-342900" algn="l">
              <a:lnSpc>
                <a:spcPct val="100000"/>
              </a:lnSpc>
              <a:spcBef>
                <a:spcPts val="350"/>
              </a:spcBef>
              <a:spcAft>
                <a:spcPts val="0"/>
              </a:spcAft>
              <a:buSzPts val="1800"/>
              <a:buChar char="■"/>
              <a:defRPr/>
            </a:lvl7pPr>
            <a:lvl8pPr marL="3657600" lvl="7" indent="-342900" algn="l">
              <a:lnSpc>
                <a:spcPct val="100000"/>
              </a:lnSpc>
              <a:spcBef>
                <a:spcPts val="350"/>
              </a:spcBef>
              <a:spcAft>
                <a:spcPts val="0"/>
              </a:spcAft>
              <a:buSzPts val="1800"/>
              <a:buChar char="■"/>
              <a:defRPr/>
            </a:lvl8pPr>
            <a:lvl9pPr marL="4114800" lvl="8" indent="-342900" algn="l">
              <a:lnSpc>
                <a:spcPct val="100000"/>
              </a:lnSpc>
              <a:spcBef>
                <a:spcPts val="350"/>
              </a:spcBef>
              <a:spcAft>
                <a:spcPts val="0"/>
              </a:spcAft>
              <a:buSzPts val="1800"/>
              <a:buChar char="■"/>
              <a:defRPr/>
            </a:lvl9pPr>
          </a:lstStyle>
          <a:p>
            <a:endParaRPr dirty="0"/>
          </a:p>
        </p:txBody>
      </p:sp>
      <p:sp>
        <p:nvSpPr>
          <p:cNvPr id="2" name="Rectangle 1"/>
          <p:cNvSpPr/>
          <p:nvPr userDrawn="1"/>
        </p:nvSpPr>
        <p:spPr>
          <a:xfrm>
            <a:off x="0" y="0"/>
            <a:ext cx="12192000" cy="6858000"/>
          </a:xfrm>
          <a:prstGeom prst="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48"/>
        <p:cNvGrpSpPr/>
        <p:nvPr/>
      </p:nvGrpSpPr>
      <p:grpSpPr>
        <a:xfrm>
          <a:off x="0" y="0"/>
          <a:ext cx="0" cy="0"/>
          <a:chOff x="0" y="0"/>
          <a:chExt cx="0" cy="0"/>
        </a:xfrm>
      </p:grpSpPr>
      <p:sp>
        <p:nvSpPr>
          <p:cNvPr id="49" name="Google Shape;49;p27"/>
          <p:cNvSpPr txBox="1">
            <a:spLocks noGrp="1"/>
          </p:cNvSpPr>
          <p:nvPr>
            <p:ph type="body" idx="1"/>
          </p:nvPr>
        </p:nvSpPr>
        <p:spPr>
          <a:xfrm>
            <a:off x="1521643" y="5443402"/>
            <a:ext cx="9550400" cy="648232"/>
          </a:xfrm>
          <a:prstGeom prst="rect">
            <a:avLst/>
          </a:prstGeom>
          <a:noFill/>
          <a:ln>
            <a:noFill/>
          </a:ln>
        </p:spPr>
        <p:txBody>
          <a:bodyPr spcFirstLastPara="1" wrap="square" lIns="91425" tIns="0" rIns="91425" bIns="45700" anchor="t" anchorCtr="0">
            <a:normAutofit/>
          </a:bodyPr>
          <a:lstStyle>
            <a:lvl1pPr marL="457200" marR="18288" lvl="0" indent="-228600" algn="r">
              <a:lnSpc>
                <a:spcPct val="100000"/>
              </a:lnSpc>
              <a:spcBef>
                <a:spcPts val="400"/>
              </a:spcBef>
              <a:spcAft>
                <a:spcPts val="0"/>
              </a:spcAft>
              <a:buSzPts val="952"/>
              <a:buNone/>
              <a:defRPr sz="1400"/>
            </a:lvl1pPr>
            <a:lvl2pPr marL="914400" lvl="1" indent="-304800" algn="l">
              <a:lnSpc>
                <a:spcPct val="100000"/>
              </a:lnSpc>
              <a:spcBef>
                <a:spcPts val="324"/>
              </a:spcBef>
              <a:spcAft>
                <a:spcPts val="0"/>
              </a:spcAft>
              <a:buSzPts val="1200"/>
              <a:buChar char="◦"/>
              <a:defRPr sz="1200"/>
            </a:lvl2pPr>
            <a:lvl3pPr marL="1371600" lvl="2" indent="-292100" algn="l">
              <a:lnSpc>
                <a:spcPct val="100000"/>
              </a:lnSpc>
              <a:spcBef>
                <a:spcPts val="350"/>
              </a:spcBef>
              <a:spcAft>
                <a:spcPts val="0"/>
              </a:spcAft>
              <a:buSzPts val="1000"/>
              <a:buChar char="●"/>
              <a:defRPr sz="1000"/>
            </a:lvl3pPr>
            <a:lvl4pPr marL="1828800" lvl="3" indent="-285750" algn="l">
              <a:lnSpc>
                <a:spcPct val="100000"/>
              </a:lnSpc>
              <a:spcBef>
                <a:spcPts val="350"/>
              </a:spcBef>
              <a:spcAft>
                <a:spcPts val="0"/>
              </a:spcAft>
              <a:buSzPts val="900"/>
              <a:buChar char="●"/>
              <a:defRPr sz="900"/>
            </a:lvl4pPr>
            <a:lvl5pPr marL="2286000" lvl="4" indent="-285750" algn="l">
              <a:lnSpc>
                <a:spcPct val="100000"/>
              </a:lnSpc>
              <a:spcBef>
                <a:spcPts val="350"/>
              </a:spcBef>
              <a:spcAft>
                <a:spcPts val="0"/>
              </a:spcAft>
              <a:buSzPts val="900"/>
              <a:buChar char="●"/>
              <a:defRPr sz="900"/>
            </a:lvl5pPr>
            <a:lvl6pPr marL="2743200" lvl="5" indent="-342900" algn="l">
              <a:lnSpc>
                <a:spcPct val="100000"/>
              </a:lnSpc>
              <a:spcBef>
                <a:spcPts val="350"/>
              </a:spcBef>
              <a:spcAft>
                <a:spcPts val="0"/>
              </a:spcAft>
              <a:buSzPts val="1800"/>
              <a:buChar char="■"/>
              <a:defRPr/>
            </a:lvl6pPr>
            <a:lvl7pPr marL="3200400" lvl="6" indent="-342900" algn="l">
              <a:lnSpc>
                <a:spcPct val="100000"/>
              </a:lnSpc>
              <a:spcBef>
                <a:spcPts val="350"/>
              </a:spcBef>
              <a:spcAft>
                <a:spcPts val="0"/>
              </a:spcAft>
              <a:buSzPts val="1800"/>
              <a:buChar char="■"/>
              <a:defRPr/>
            </a:lvl7pPr>
            <a:lvl8pPr marL="3657600" lvl="7" indent="-342900" algn="l">
              <a:lnSpc>
                <a:spcPct val="100000"/>
              </a:lnSpc>
              <a:spcBef>
                <a:spcPts val="350"/>
              </a:spcBef>
              <a:spcAft>
                <a:spcPts val="0"/>
              </a:spcAft>
              <a:buSzPts val="1800"/>
              <a:buChar char="■"/>
              <a:defRPr/>
            </a:lvl8pPr>
            <a:lvl9pPr marL="4114800" lvl="8" indent="-342900" algn="l">
              <a:lnSpc>
                <a:spcPct val="100000"/>
              </a:lnSpc>
              <a:spcBef>
                <a:spcPts val="350"/>
              </a:spcBef>
              <a:spcAft>
                <a:spcPts val="0"/>
              </a:spcAft>
              <a:buSzPts val="1800"/>
              <a:buChar char="■"/>
              <a:defRPr/>
            </a:lvl9pPr>
          </a:lstStyle>
          <a:p>
            <a:endParaRPr/>
          </a:p>
        </p:txBody>
      </p:sp>
      <p:sp>
        <p:nvSpPr>
          <p:cNvPr id="50" name="Google Shape;50;p27"/>
          <p:cNvSpPr>
            <a:spLocks noGrp="1"/>
          </p:cNvSpPr>
          <p:nvPr>
            <p:ph type="pic" idx="2"/>
          </p:nvPr>
        </p:nvSpPr>
        <p:spPr>
          <a:xfrm>
            <a:off x="304800" y="189968"/>
            <a:ext cx="11582400" cy="4389120"/>
          </a:xfrm>
          <a:prstGeom prst="rect">
            <a:avLst/>
          </a:prstGeom>
          <a:solidFill>
            <a:schemeClr val="dk2"/>
          </a:solidFill>
          <a:ln w="9525" cap="flat" cmpd="sng">
            <a:solidFill>
              <a:schemeClr val="dk1"/>
            </a:solidFill>
            <a:prstDash val="solid"/>
            <a:round/>
            <a:headEnd type="none" w="sm" len="sm"/>
            <a:tailEnd type="none" w="sm" len="sm"/>
          </a:ln>
        </p:spPr>
      </p:sp>
      <p:sp>
        <p:nvSpPr>
          <p:cNvPr id="51" name="Google Shape;51;p27"/>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ucida Sans"/>
                <a:ea typeface="Lucida Sans"/>
                <a:cs typeface="Lucida Sans"/>
                <a:sym typeface="Lucid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ucida Sans"/>
                <a:ea typeface="Lucida Sans"/>
                <a:cs typeface="Lucida Sans"/>
                <a:sym typeface="Lucida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ucida Sans"/>
                <a:ea typeface="Lucida Sans"/>
                <a:cs typeface="Lucida Sans"/>
                <a:sym typeface="Lucida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ucida Sans"/>
                <a:ea typeface="Lucida Sans"/>
                <a:cs typeface="Lucida Sans"/>
                <a:sym typeface="Lucida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ucida Sans"/>
                <a:ea typeface="Lucida Sans"/>
                <a:cs typeface="Lucida Sans"/>
                <a:sym typeface="Lucida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ucida Sans"/>
                <a:ea typeface="Lucida Sans"/>
                <a:cs typeface="Lucida Sans"/>
                <a:sym typeface="Lucida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ucida Sans"/>
                <a:ea typeface="Lucida Sans"/>
                <a:cs typeface="Lucida Sans"/>
                <a:sym typeface="Lucida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ucida Sans"/>
                <a:ea typeface="Lucida Sans"/>
                <a:cs typeface="Lucida Sans"/>
                <a:sym typeface="Lucida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ucida Sans"/>
                <a:ea typeface="Lucida Sans"/>
                <a:cs typeface="Lucida Sans"/>
                <a:sym typeface="Lucida Sans"/>
              </a:defRPr>
            </a:lvl9pPr>
          </a:lstStyle>
          <a:p>
            <a:endParaRPr/>
          </a:p>
        </p:txBody>
      </p:sp>
      <p:sp>
        <p:nvSpPr>
          <p:cNvPr id="52" name="Google Shape;52;p27"/>
          <p:cNvSpPr txBox="1">
            <a:spLocks noGrp="1"/>
          </p:cNvSpPr>
          <p:nvPr>
            <p:ph type="ftr" idx="11"/>
          </p:nvPr>
        </p:nvSpPr>
        <p:spPr>
          <a:xfrm>
            <a:off x="5840100" y="6407949"/>
            <a:ext cx="3134241"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ucida Sans"/>
                <a:ea typeface="Lucida Sans"/>
                <a:cs typeface="Lucida Sans"/>
                <a:sym typeface="Lucid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ucida Sans"/>
                <a:ea typeface="Lucida Sans"/>
                <a:cs typeface="Lucida Sans"/>
                <a:sym typeface="Lucida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ucida Sans"/>
                <a:ea typeface="Lucida Sans"/>
                <a:cs typeface="Lucida Sans"/>
                <a:sym typeface="Lucida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ucida Sans"/>
                <a:ea typeface="Lucida Sans"/>
                <a:cs typeface="Lucida Sans"/>
                <a:sym typeface="Lucida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ucida Sans"/>
                <a:ea typeface="Lucida Sans"/>
                <a:cs typeface="Lucida Sans"/>
                <a:sym typeface="Lucida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ucida Sans"/>
                <a:ea typeface="Lucida Sans"/>
                <a:cs typeface="Lucida Sans"/>
                <a:sym typeface="Lucida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ucida Sans"/>
                <a:ea typeface="Lucida Sans"/>
                <a:cs typeface="Lucida Sans"/>
                <a:sym typeface="Lucida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ucida Sans"/>
                <a:ea typeface="Lucida Sans"/>
                <a:cs typeface="Lucida Sans"/>
                <a:sym typeface="Lucida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ucida Sans"/>
                <a:ea typeface="Lucida Sans"/>
                <a:cs typeface="Lucida Sans"/>
                <a:sym typeface="Lucida Sans"/>
              </a:defRPr>
            </a:lvl9pPr>
          </a:lstStyle>
          <a:p>
            <a:endParaRPr/>
          </a:p>
        </p:txBody>
      </p:sp>
      <p:sp>
        <p:nvSpPr>
          <p:cNvPr id="53" name="Google Shape;53;p27"/>
          <p:cNvSpPr txBox="1">
            <a:spLocks noGrp="1"/>
          </p:cNvSpPr>
          <p:nvPr>
            <p:ph type="sldNum" idx="12"/>
          </p:nvPr>
        </p:nvSpPr>
        <p:spPr>
          <a:xfrm>
            <a:off x="11529696" y="6407949"/>
            <a:ext cx="48768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Lucida Sans"/>
                <a:ea typeface="Lucida Sans"/>
                <a:cs typeface="Lucida Sans"/>
                <a:sym typeface="Lucida Sans"/>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Lucida Sans"/>
                <a:ea typeface="Lucida Sans"/>
                <a:cs typeface="Lucida Sans"/>
                <a:sym typeface="Lucida Sans"/>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Lucida Sans"/>
                <a:ea typeface="Lucida Sans"/>
                <a:cs typeface="Lucida Sans"/>
                <a:sym typeface="Lucida Sans"/>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Lucida Sans"/>
                <a:ea typeface="Lucida Sans"/>
                <a:cs typeface="Lucida Sans"/>
                <a:sym typeface="Lucida Sans"/>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Lucida Sans"/>
                <a:ea typeface="Lucida Sans"/>
                <a:cs typeface="Lucida Sans"/>
                <a:sym typeface="Lucida Sans"/>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Lucida Sans"/>
                <a:ea typeface="Lucida Sans"/>
                <a:cs typeface="Lucida Sans"/>
                <a:sym typeface="Lucida Sans"/>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Lucida Sans"/>
                <a:ea typeface="Lucida Sans"/>
                <a:cs typeface="Lucida Sans"/>
                <a:sym typeface="Lucida Sans"/>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Lucida Sans"/>
                <a:ea typeface="Lucida Sans"/>
                <a:cs typeface="Lucida Sans"/>
                <a:sym typeface="Lucida Sans"/>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Lucida Sans"/>
                <a:ea typeface="Lucida Sans"/>
                <a:cs typeface="Lucida Sans"/>
                <a:sym typeface="Lucida Sans"/>
              </a:defRPr>
            </a:lvl9pPr>
          </a:lstStyle>
          <a:p>
            <a:pPr marL="0" lvl="0" indent="0" algn="l" rtl="0">
              <a:spcBef>
                <a:spcPts val="0"/>
              </a:spcBef>
              <a:spcAft>
                <a:spcPts val="0"/>
              </a:spcAft>
              <a:buNone/>
            </a:pPr>
            <a:fld id="{00000000-1234-1234-1234-123412341234}" type="slidenum">
              <a:rPr lang="en-US"/>
              <a:t>‹#›</a:t>
            </a:fld>
            <a:endParaRPr/>
          </a:p>
        </p:txBody>
      </p:sp>
      <p:sp>
        <p:nvSpPr>
          <p:cNvPr id="54" name="Google Shape;54;p27"/>
          <p:cNvSpPr txBox="1">
            <a:spLocks noGrp="1"/>
          </p:cNvSpPr>
          <p:nvPr>
            <p:ph type="title"/>
          </p:nvPr>
        </p:nvSpPr>
        <p:spPr>
          <a:xfrm>
            <a:off x="304801" y="4865122"/>
            <a:ext cx="10767243" cy="562672"/>
          </a:xfrm>
          <a:prstGeom prst="rect">
            <a:avLst/>
          </a:prstGeom>
          <a:noFill/>
          <a:ln>
            <a:noFill/>
          </a:ln>
        </p:spPr>
        <p:txBody>
          <a:bodyPr spcFirstLastPara="1" wrap="square" lIns="91425" tIns="45700" rIns="91425" bIns="45700" anchor="t" anchorCtr="0">
            <a:normAutofit/>
          </a:bodyPr>
          <a:lstStyle>
            <a:lvl1pPr marR="0" lvl="0" algn="r">
              <a:lnSpc>
                <a:spcPct val="100000"/>
              </a:lnSpc>
              <a:spcBef>
                <a:spcPts val="0"/>
              </a:spcBef>
              <a:spcAft>
                <a:spcPts val="0"/>
              </a:spcAft>
              <a:buClr>
                <a:schemeClr val="accent1"/>
              </a:buClr>
              <a:buSzPts val="3000"/>
              <a:buFont typeface="Lucida Sans"/>
              <a:buNone/>
              <a:defRPr sz="30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7"/>
          <p:cNvSpPr/>
          <p:nvPr/>
        </p:nvSpPr>
        <p:spPr>
          <a:xfrm>
            <a:off x="955251" y="5001998"/>
            <a:ext cx="5069337" cy="1443111"/>
          </a:xfrm>
          <a:custGeom>
            <a:avLst/>
            <a:gdLst/>
            <a:ahLst/>
            <a:cxnLst/>
            <a:rect l="l" t="t" r="r" b="b"/>
            <a:pathLst>
              <a:path w="5760" h="528" extrusionOk="0">
                <a:moveTo>
                  <a:pt x="-329" y="347"/>
                </a:moveTo>
                <a:lnTo>
                  <a:pt x="7156" y="682"/>
                </a:lnTo>
                <a:lnTo>
                  <a:pt x="5229" y="682"/>
                </a:lnTo>
                <a:lnTo>
                  <a:pt x="-328" y="345"/>
                </a:lnTo>
              </a:path>
            </a:pathLst>
          </a:custGeom>
          <a:solidFill>
            <a:srgbClr val="9CCADC">
              <a:alpha val="400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sp>
        <p:nvSpPr>
          <p:cNvPr id="56" name="Google Shape;56;p27"/>
          <p:cNvSpPr/>
          <p:nvPr/>
        </p:nvSpPr>
        <p:spPr>
          <a:xfrm>
            <a:off x="-71413" y="5785023"/>
            <a:ext cx="5069337" cy="838200"/>
          </a:xfrm>
          <a:custGeom>
            <a:avLst/>
            <a:gdLst/>
            <a:ahLst/>
            <a:cxnLst/>
            <a:rect l="l" t="t" r="r" b="b"/>
            <a:pathLst>
              <a:path w="5760" h="528" extrusionOk="0">
                <a:moveTo>
                  <a:pt x="817" y="97"/>
                </a:moveTo>
                <a:lnTo>
                  <a:pt x="6408" y="682"/>
                </a:lnTo>
                <a:lnTo>
                  <a:pt x="5232" y="685"/>
                </a:lnTo>
                <a:lnTo>
                  <a:pt x="829" y="101"/>
                </a:lnTo>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sp>
        <p:nvSpPr>
          <p:cNvPr id="57" name="Google Shape;57;p27"/>
          <p:cNvSpPr/>
          <p:nvPr/>
        </p:nvSpPr>
        <p:spPr>
          <a:xfrm>
            <a:off x="-8056" y="5791253"/>
            <a:ext cx="4536419" cy="1080868"/>
          </a:xfrm>
          <a:prstGeom prst="rtTriangle">
            <a:avLst/>
          </a:prstGeom>
          <a:blipFill rotWithShape="1">
            <a:blip r:embed="rId2">
              <a:alphaModFix amt="50000"/>
            </a:blip>
            <a:tile tx="0" ty="0" sx="50000" sy="50000" flip="none" algn="t"/>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cxnSp>
        <p:nvCxnSpPr>
          <p:cNvPr id="58" name="Google Shape;58;p27"/>
          <p:cNvCxnSpPr/>
          <p:nvPr/>
        </p:nvCxnSpPr>
        <p:spPr>
          <a:xfrm>
            <a:off x="-12316" y="5787743"/>
            <a:ext cx="4540679" cy="1084383"/>
          </a:xfrm>
          <a:prstGeom prst="straightConnector1">
            <a:avLst/>
          </a:prstGeom>
          <a:noFill/>
          <a:ln w="12050" cap="flat" cmpd="sng">
            <a:solidFill>
              <a:srgbClr val="93C5D8"/>
            </a:solidFill>
            <a:prstDash val="solid"/>
            <a:miter lim="800000"/>
            <a:headEnd type="none" w="sm" len="sm"/>
            <a:tailEnd type="none" w="sm" len="sm"/>
          </a:ln>
        </p:spPr>
      </p:cxnSp>
      <p:sp>
        <p:nvSpPr>
          <p:cNvPr id="59" name="Google Shape;59;p27"/>
          <p:cNvSpPr/>
          <p:nvPr/>
        </p:nvSpPr>
        <p:spPr>
          <a:xfrm>
            <a:off x="11552149" y="4988440"/>
            <a:ext cx="24384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5490"/>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sp>
        <p:nvSpPr>
          <p:cNvPr id="60" name="Google Shape;60;p27"/>
          <p:cNvSpPr/>
          <p:nvPr/>
        </p:nvSpPr>
        <p:spPr>
          <a:xfrm>
            <a:off x="11303595" y="4988440"/>
            <a:ext cx="24384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5490"/>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1"/>
        <p:cNvGrpSpPr/>
        <p:nvPr/>
      </p:nvGrpSpPr>
      <p:grpSpPr>
        <a:xfrm>
          <a:off x="0" y="0"/>
          <a:ext cx="0" cy="0"/>
          <a:chOff x="0" y="0"/>
          <a:chExt cx="0" cy="0"/>
        </a:xfrm>
      </p:grpSpPr>
      <p:sp>
        <p:nvSpPr>
          <p:cNvPr id="62" name="Google Shape;62;p2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8"/>
          <p:cNvSpPr txBox="1">
            <a:spLocks noGrp="1"/>
          </p:cNvSpPr>
          <p:nvPr>
            <p:ph type="body" idx="1"/>
          </p:nvPr>
        </p:nvSpPr>
        <p:spPr>
          <a:xfrm rot="5400000">
            <a:off x="3902965" y="-1812032"/>
            <a:ext cx="4386071" cy="10972800"/>
          </a:xfrm>
          <a:prstGeom prst="rect">
            <a:avLst/>
          </a:prstGeom>
          <a:noFill/>
          <a:ln>
            <a:noFill/>
          </a:ln>
        </p:spPr>
        <p:txBody>
          <a:bodyPr spcFirstLastPara="1" wrap="square" lIns="91425" tIns="45700" rIns="91425" bIns="45700" anchor="t" anchorCtr="0">
            <a:normAutofit/>
          </a:bodyPr>
          <a:lstStyle>
            <a:lvl1pPr marL="457200" lvl="0" indent="-306324" algn="l">
              <a:lnSpc>
                <a:spcPct val="100000"/>
              </a:lnSpc>
              <a:spcBef>
                <a:spcPts val="400"/>
              </a:spcBef>
              <a:spcAft>
                <a:spcPts val="0"/>
              </a:spcAft>
              <a:buSzPts val="1224"/>
              <a:buChar char="?"/>
              <a:defRPr/>
            </a:lvl1pPr>
            <a:lvl2pPr marL="914400" lvl="1" indent="-342900" algn="l">
              <a:lnSpc>
                <a:spcPct val="100000"/>
              </a:lnSpc>
              <a:spcBef>
                <a:spcPts val="324"/>
              </a:spcBef>
              <a:spcAft>
                <a:spcPts val="0"/>
              </a:spcAft>
              <a:buSzPts val="1800"/>
              <a:buChar char="◦"/>
              <a:defRPr/>
            </a:lvl2pPr>
            <a:lvl3pPr marL="1371600" lvl="2" indent="-342900" algn="l">
              <a:lnSpc>
                <a:spcPct val="100000"/>
              </a:lnSpc>
              <a:spcBef>
                <a:spcPts val="350"/>
              </a:spcBef>
              <a:spcAft>
                <a:spcPts val="0"/>
              </a:spcAft>
              <a:buSzPts val="1800"/>
              <a:buChar char="●"/>
              <a:defRPr/>
            </a:lvl3pPr>
            <a:lvl4pPr marL="1828800" lvl="3" indent="-342900" algn="l">
              <a:lnSpc>
                <a:spcPct val="100000"/>
              </a:lnSpc>
              <a:spcBef>
                <a:spcPts val="350"/>
              </a:spcBef>
              <a:spcAft>
                <a:spcPts val="0"/>
              </a:spcAft>
              <a:buSzPts val="1800"/>
              <a:buChar char="●"/>
              <a:defRPr/>
            </a:lvl4pPr>
            <a:lvl5pPr marL="2286000" lvl="4" indent="-342900" algn="l">
              <a:lnSpc>
                <a:spcPct val="100000"/>
              </a:lnSpc>
              <a:spcBef>
                <a:spcPts val="350"/>
              </a:spcBef>
              <a:spcAft>
                <a:spcPts val="0"/>
              </a:spcAft>
              <a:buSzPts val="1800"/>
              <a:buChar char="●"/>
              <a:defRPr/>
            </a:lvl5pPr>
            <a:lvl6pPr marL="2743200" lvl="5" indent="-342900" algn="l">
              <a:lnSpc>
                <a:spcPct val="100000"/>
              </a:lnSpc>
              <a:spcBef>
                <a:spcPts val="350"/>
              </a:spcBef>
              <a:spcAft>
                <a:spcPts val="0"/>
              </a:spcAft>
              <a:buSzPts val="1800"/>
              <a:buChar char="■"/>
              <a:defRPr/>
            </a:lvl6pPr>
            <a:lvl7pPr marL="3200400" lvl="6" indent="-342900" algn="l">
              <a:lnSpc>
                <a:spcPct val="100000"/>
              </a:lnSpc>
              <a:spcBef>
                <a:spcPts val="350"/>
              </a:spcBef>
              <a:spcAft>
                <a:spcPts val="0"/>
              </a:spcAft>
              <a:buSzPts val="1800"/>
              <a:buChar char="■"/>
              <a:defRPr/>
            </a:lvl7pPr>
            <a:lvl8pPr marL="3657600" lvl="7" indent="-342900" algn="l">
              <a:lnSpc>
                <a:spcPct val="100000"/>
              </a:lnSpc>
              <a:spcBef>
                <a:spcPts val="350"/>
              </a:spcBef>
              <a:spcAft>
                <a:spcPts val="0"/>
              </a:spcAft>
              <a:buSzPts val="1800"/>
              <a:buChar char="■"/>
              <a:defRPr/>
            </a:lvl8pPr>
            <a:lvl9pPr marL="4114800" lvl="8" indent="-342900" algn="l">
              <a:lnSpc>
                <a:spcPct val="100000"/>
              </a:lnSpc>
              <a:spcBef>
                <a:spcPts val="350"/>
              </a:spcBef>
              <a:spcAft>
                <a:spcPts val="0"/>
              </a:spcAft>
              <a:buSzPts val="1800"/>
              <a:buChar char="■"/>
              <a:defRPr/>
            </a:lvl9pPr>
          </a:lstStyle>
          <a:p>
            <a:endParaRPr/>
          </a:p>
        </p:txBody>
      </p:sp>
      <p:sp>
        <p:nvSpPr>
          <p:cNvPr id="64" name="Google Shape;64;p28"/>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9pPr>
          </a:lstStyle>
          <a:p>
            <a:endParaRPr/>
          </a:p>
        </p:txBody>
      </p:sp>
      <p:sp>
        <p:nvSpPr>
          <p:cNvPr id="65" name="Google Shape;65;p28"/>
          <p:cNvSpPr txBox="1">
            <a:spLocks noGrp="1"/>
          </p:cNvSpPr>
          <p:nvPr>
            <p:ph type="ftr" idx="11"/>
          </p:nvPr>
        </p:nvSpPr>
        <p:spPr>
          <a:xfrm>
            <a:off x="5840100" y="6407949"/>
            <a:ext cx="3134241"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9pPr>
          </a:lstStyle>
          <a:p>
            <a:endParaRPr/>
          </a:p>
        </p:txBody>
      </p:sp>
      <p:sp>
        <p:nvSpPr>
          <p:cNvPr id="66" name="Google Shape;66;p28"/>
          <p:cNvSpPr txBox="1">
            <a:spLocks noGrp="1"/>
          </p:cNvSpPr>
          <p:nvPr>
            <p:ph type="sldNum" idx="12"/>
          </p:nvPr>
        </p:nvSpPr>
        <p:spPr>
          <a:xfrm>
            <a:off x="11529696" y="6407949"/>
            <a:ext cx="48768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7"/>
        <p:cNvGrpSpPr/>
        <p:nvPr/>
      </p:nvGrpSpPr>
      <p:grpSpPr>
        <a:xfrm>
          <a:off x="0" y="0"/>
          <a:ext cx="0" cy="0"/>
          <a:chOff x="0" y="0"/>
          <a:chExt cx="0" cy="0"/>
        </a:xfrm>
      </p:grpSpPr>
      <p:sp>
        <p:nvSpPr>
          <p:cNvPr id="68" name="Google Shape;68;p29"/>
          <p:cNvSpPr txBox="1">
            <a:spLocks noGrp="1"/>
          </p:cNvSpPr>
          <p:nvPr>
            <p:ph type="title"/>
          </p:nvPr>
        </p:nvSpPr>
        <p:spPr>
          <a:xfrm rot="5400000">
            <a:off x="7513950" y="1886046"/>
            <a:ext cx="5592761" cy="236996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9"/>
          <p:cNvSpPr txBox="1">
            <a:spLocks noGrp="1"/>
          </p:cNvSpPr>
          <p:nvPr>
            <p:ph type="body" idx="1"/>
          </p:nvPr>
        </p:nvSpPr>
        <p:spPr>
          <a:xfrm rot="5400000">
            <a:off x="2029620" y="-1145379"/>
            <a:ext cx="5592760" cy="8432800"/>
          </a:xfrm>
          <a:prstGeom prst="rect">
            <a:avLst/>
          </a:prstGeom>
          <a:noFill/>
          <a:ln>
            <a:noFill/>
          </a:ln>
        </p:spPr>
        <p:txBody>
          <a:bodyPr spcFirstLastPara="1" wrap="square" lIns="91425" tIns="45700" rIns="91425" bIns="45700" anchor="t" anchorCtr="0">
            <a:normAutofit/>
          </a:bodyPr>
          <a:lstStyle>
            <a:lvl1pPr marL="457200" lvl="0" indent="-306324" algn="l">
              <a:lnSpc>
                <a:spcPct val="100000"/>
              </a:lnSpc>
              <a:spcBef>
                <a:spcPts val="400"/>
              </a:spcBef>
              <a:spcAft>
                <a:spcPts val="0"/>
              </a:spcAft>
              <a:buSzPts val="1224"/>
              <a:buChar char="?"/>
              <a:defRPr/>
            </a:lvl1pPr>
            <a:lvl2pPr marL="914400" lvl="1" indent="-342900" algn="l">
              <a:lnSpc>
                <a:spcPct val="100000"/>
              </a:lnSpc>
              <a:spcBef>
                <a:spcPts val="324"/>
              </a:spcBef>
              <a:spcAft>
                <a:spcPts val="0"/>
              </a:spcAft>
              <a:buSzPts val="1800"/>
              <a:buChar char="◦"/>
              <a:defRPr/>
            </a:lvl2pPr>
            <a:lvl3pPr marL="1371600" lvl="2" indent="-342900" algn="l">
              <a:lnSpc>
                <a:spcPct val="100000"/>
              </a:lnSpc>
              <a:spcBef>
                <a:spcPts val="350"/>
              </a:spcBef>
              <a:spcAft>
                <a:spcPts val="0"/>
              </a:spcAft>
              <a:buSzPts val="1800"/>
              <a:buChar char="●"/>
              <a:defRPr/>
            </a:lvl3pPr>
            <a:lvl4pPr marL="1828800" lvl="3" indent="-342900" algn="l">
              <a:lnSpc>
                <a:spcPct val="100000"/>
              </a:lnSpc>
              <a:spcBef>
                <a:spcPts val="350"/>
              </a:spcBef>
              <a:spcAft>
                <a:spcPts val="0"/>
              </a:spcAft>
              <a:buSzPts val="1800"/>
              <a:buChar char="●"/>
              <a:defRPr/>
            </a:lvl4pPr>
            <a:lvl5pPr marL="2286000" lvl="4" indent="-342900" algn="l">
              <a:lnSpc>
                <a:spcPct val="100000"/>
              </a:lnSpc>
              <a:spcBef>
                <a:spcPts val="350"/>
              </a:spcBef>
              <a:spcAft>
                <a:spcPts val="0"/>
              </a:spcAft>
              <a:buSzPts val="1800"/>
              <a:buChar char="●"/>
              <a:defRPr/>
            </a:lvl5pPr>
            <a:lvl6pPr marL="2743200" lvl="5" indent="-342900" algn="l">
              <a:lnSpc>
                <a:spcPct val="100000"/>
              </a:lnSpc>
              <a:spcBef>
                <a:spcPts val="350"/>
              </a:spcBef>
              <a:spcAft>
                <a:spcPts val="0"/>
              </a:spcAft>
              <a:buSzPts val="1800"/>
              <a:buChar char="■"/>
              <a:defRPr/>
            </a:lvl6pPr>
            <a:lvl7pPr marL="3200400" lvl="6" indent="-342900" algn="l">
              <a:lnSpc>
                <a:spcPct val="100000"/>
              </a:lnSpc>
              <a:spcBef>
                <a:spcPts val="350"/>
              </a:spcBef>
              <a:spcAft>
                <a:spcPts val="0"/>
              </a:spcAft>
              <a:buSzPts val="1800"/>
              <a:buChar char="■"/>
              <a:defRPr/>
            </a:lvl7pPr>
            <a:lvl8pPr marL="3657600" lvl="7" indent="-342900" algn="l">
              <a:lnSpc>
                <a:spcPct val="100000"/>
              </a:lnSpc>
              <a:spcBef>
                <a:spcPts val="350"/>
              </a:spcBef>
              <a:spcAft>
                <a:spcPts val="0"/>
              </a:spcAft>
              <a:buSzPts val="1800"/>
              <a:buChar char="■"/>
              <a:defRPr/>
            </a:lvl8pPr>
            <a:lvl9pPr marL="4114800" lvl="8" indent="-342900" algn="l">
              <a:lnSpc>
                <a:spcPct val="100000"/>
              </a:lnSpc>
              <a:spcBef>
                <a:spcPts val="350"/>
              </a:spcBef>
              <a:spcAft>
                <a:spcPts val="0"/>
              </a:spcAft>
              <a:buSzPts val="1800"/>
              <a:buChar char="■"/>
              <a:defRPr/>
            </a:lvl9pPr>
          </a:lstStyle>
          <a:p>
            <a:endParaRPr/>
          </a:p>
        </p:txBody>
      </p:sp>
      <p:sp>
        <p:nvSpPr>
          <p:cNvPr id="70" name="Google Shape;70;p29"/>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9pPr>
          </a:lstStyle>
          <a:p>
            <a:endParaRPr/>
          </a:p>
        </p:txBody>
      </p:sp>
      <p:sp>
        <p:nvSpPr>
          <p:cNvPr id="71" name="Google Shape;71;p29"/>
          <p:cNvSpPr txBox="1">
            <a:spLocks noGrp="1"/>
          </p:cNvSpPr>
          <p:nvPr>
            <p:ph type="ftr" idx="11"/>
          </p:nvPr>
        </p:nvSpPr>
        <p:spPr>
          <a:xfrm>
            <a:off x="5840100" y="6407949"/>
            <a:ext cx="3134241"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9pPr>
          </a:lstStyle>
          <a:p>
            <a:endParaRPr/>
          </a:p>
        </p:txBody>
      </p:sp>
      <p:sp>
        <p:nvSpPr>
          <p:cNvPr id="72" name="Google Shape;72;p29"/>
          <p:cNvSpPr txBox="1">
            <a:spLocks noGrp="1"/>
          </p:cNvSpPr>
          <p:nvPr>
            <p:ph type="sldNum" idx="12"/>
          </p:nvPr>
        </p:nvSpPr>
        <p:spPr>
          <a:xfrm>
            <a:off x="11529696" y="6407949"/>
            <a:ext cx="48768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Lucida Sans"/>
                <a:ea typeface="Lucida Sans"/>
                <a:cs typeface="Lucida Sans"/>
                <a:sym typeface="Lucida Sans"/>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p:nvPr/>
        </p:nvSpPr>
        <p:spPr>
          <a:xfrm>
            <a:off x="1717964" y="6451625"/>
            <a:ext cx="10474036" cy="413435"/>
          </a:xfrm>
          <a:prstGeom prst="rect">
            <a:avLst/>
          </a:prstGeom>
          <a:gradFill>
            <a:gsLst>
              <a:gs pos="0">
                <a:srgbClr val="1E6C7F"/>
              </a:gs>
              <a:gs pos="48000">
                <a:srgbClr val="2DA7C5"/>
              </a:gs>
              <a:gs pos="100000">
                <a:srgbClr val="77CCE0"/>
              </a:gs>
            </a:gsLst>
            <a:lin ang="16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Lucida Sans"/>
                <a:ea typeface="Lucida Sans"/>
                <a:cs typeface="Lucida Sans"/>
                <a:sym typeface="Lucida Sans"/>
              </a:rPr>
              <a:t>Bangladesh University Of Business and Technology(BUBT)</a:t>
            </a:r>
            <a:endParaRPr sz="1400" b="0" i="0" u="none" strike="noStrike" cap="none">
              <a:solidFill>
                <a:srgbClr val="000000"/>
              </a:solidFill>
              <a:latin typeface="Arial"/>
              <a:ea typeface="Arial"/>
              <a:cs typeface="Arial"/>
              <a:sym typeface="Arial"/>
            </a:endParaRPr>
          </a:p>
        </p:txBody>
      </p:sp>
      <p:sp>
        <p:nvSpPr>
          <p:cNvPr id="11" name="Google Shape;11;p18"/>
          <p:cNvSpPr/>
          <p:nvPr/>
        </p:nvSpPr>
        <p:spPr>
          <a:xfrm>
            <a:off x="585811" y="5001998"/>
            <a:ext cx="2912307" cy="1443111"/>
          </a:xfrm>
          <a:custGeom>
            <a:avLst/>
            <a:gdLst/>
            <a:ahLst/>
            <a:cxnLst/>
            <a:rect l="l" t="t" r="r" b="b"/>
            <a:pathLst>
              <a:path w="5760" h="528" extrusionOk="0">
                <a:moveTo>
                  <a:pt x="-329" y="347"/>
                </a:moveTo>
                <a:lnTo>
                  <a:pt x="7156" y="682"/>
                </a:lnTo>
                <a:lnTo>
                  <a:pt x="5229" y="682"/>
                </a:lnTo>
                <a:lnTo>
                  <a:pt x="-328" y="345"/>
                </a:lnTo>
              </a:path>
            </a:pathLst>
          </a:custGeom>
          <a:solidFill>
            <a:srgbClr val="9CCADC">
              <a:alpha val="400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12" name="Google Shape;12;p18"/>
          <p:cNvSpPr/>
          <p:nvPr/>
        </p:nvSpPr>
        <p:spPr>
          <a:xfrm>
            <a:off x="-71412" y="5794259"/>
            <a:ext cx="3257958" cy="838200"/>
          </a:xfrm>
          <a:custGeom>
            <a:avLst/>
            <a:gdLst/>
            <a:ahLst/>
            <a:cxnLst/>
            <a:rect l="l" t="t" r="r" b="b"/>
            <a:pathLst>
              <a:path w="5760" h="528" extrusionOk="0">
                <a:moveTo>
                  <a:pt x="817" y="97"/>
                </a:moveTo>
                <a:lnTo>
                  <a:pt x="6408" y="682"/>
                </a:lnTo>
                <a:lnTo>
                  <a:pt x="5232" y="685"/>
                </a:lnTo>
                <a:lnTo>
                  <a:pt x="829" y="101"/>
                </a:lnTo>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13" name="Google Shape;13;p18"/>
          <p:cNvSpPr/>
          <p:nvPr/>
        </p:nvSpPr>
        <p:spPr>
          <a:xfrm>
            <a:off x="-8056" y="5791253"/>
            <a:ext cx="2898403" cy="1080868"/>
          </a:xfrm>
          <a:prstGeom prst="rtTriangle">
            <a:avLst/>
          </a:prstGeom>
          <a:gradFill>
            <a:gsLst>
              <a:gs pos="0">
                <a:srgbClr val="17AFD4"/>
              </a:gs>
              <a:gs pos="100000">
                <a:srgbClr val="8CEBFF"/>
              </a:gs>
            </a:gsLst>
            <a:lin ang="16200000" scaled="0"/>
          </a:gradFill>
          <a:ln w="9525" cap="flat" cmpd="sng">
            <a:solidFill>
              <a:srgbClr val="27A0BD"/>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cxnSp>
        <p:nvCxnSpPr>
          <p:cNvPr id="14" name="Google Shape;14;p18"/>
          <p:cNvCxnSpPr>
            <a:endCxn id="13" idx="4"/>
          </p:cNvCxnSpPr>
          <p:nvPr/>
        </p:nvCxnSpPr>
        <p:spPr>
          <a:xfrm>
            <a:off x="-12453" y="5787621"/>
            <a:ext cx="2902800" cy="1084500"/>
          </a:xfrm>
          <a:prstGeom prst="straightConnector1">
            <a:avLst/>
          </a:prstGeom>
          <a:noFill/>
          <a:ln w="12050" cap="flat" cmpd="sng">
            <a:solidFill>
              <a:srgbClr val="93C5D8"/>
            </a:solidFill>
            <a:prstDash val="solid"/>
            <a:miter lim="800000"/>
            <a:headEnd type="none" w="sm" len="sm"/>
            <a:tailEnd type="none" w="sm" len="sm"/>
          </a:ln>
        </p:spPr>
      </p:cxnSp>
      <p:sp>
        <p:nvSpPr>
          <p:cNvPr id="15" name="Google Shape;15;p1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chemeClr val="dk2"/>
              </a:buClr>
              <a:buSzPts val="4100"/>
              <a:buFont typeface="Lucida Sans"/>
              <a:buNone/>
              <a:defRPr sz="4100" b="1" i="0" u="none" strike="noStrike" cap="none">
                <a:solidFill>
                  <a:schemeClr val="dk2"/>
                </a:solidFill>
                <a:latin typeface="Lucida Sans"/>
                <a:ea typeface="Lucida Sans"/>
                <a:cs typeface="Lucida Sans"/>
                <a:sym typeface="Lucid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 name="Google Shape;16;p18"/>
          <p:cNvSpPr txBox="1">
            <a:spLocks noGrp="1"/>
          </p:cNvSpPr>
          <p:nvPr>
            <p:ph type="body" idx="1"/>
          </p:nvPr>
        </p:nvSpPr>
        <p:spPr>
          <a:xfrm>
            <a:off x="609600" y="1481333"/>
            <a:ext cx="10972800" cy="4525963"/>
          </a:xfrm>
          <a:prstGeom prst="rect">
            <a:avLst/>
          </a:prstGeom>
          <a:noFill/>
          <a:ln>
            <a:noFill/>
          </a:ln>
        </p:spPr>
        <p:txBody>
          <a:bodyPr spcFirstLastPara="1" wrap="square" lIns="91425" tIns="45700" rIns="91425" bIns="45700" anchor="t" anchorCtr="0">
            <a:normAutofit/>
          </a:bodyPr>
          <a:lstStyle>
            <a:lvl1pPr marL="457200" marR="0" lvl="0" indent="-345186" algn="l" rtl="0">
              <a:lnSpc>
                <a:spcPct val="100000"/>
              </a:lnSpc>
              <a:spcBef>
                <a:spcPts val="400"/>
              </a:spcBef>
              <a:spcAft>
                <a:spcPts val="0"/>
              </a:spcAft>
              <a:buClr>
                <a:schemeClr val="accent1"/>
              </a:buClr>
              <a:buSzPts val="1836"/>
              <a:buFont typeface="Noto Sans Symbols"/>
              <a:buChar char="🞂"/>
              <a:defRPr sz="2700" b="0" i="0" u="none" strike="noStrike" cap="none">
                <a:solidFill>
                  <a:schemeClr val="dk1"/>
                </a:solidFill>
                <a:latin typeface="Lucida Sans"/>
                <a:ea typeface="Lucida Sans"/>
                <a:cs typeface="Lucida Sans"/>
                <a:sym typeface="Lucida Sans"/>
              </a:defRPr>
            </a:lvl1pPr>
            <a:lvl2pPr marL="914400" marR="0" lvl="1" indent="-374650" algn="l" rtl="0">
              <a:lnSpc>
                <a:spcPct val="100000"/>
              </a:lnSpc>
              <a:spcBef>
                <a:spcPts val="324"/>
              </a:spcBef>
              <a:spcAft>
                <a:spcPts val="0"/>
              </a:spcAft>
              <a:buClr>
                <a:schemeClr val="accent1"/>
              </a:buClr>
              <a:buSzPts val="2300"/>
              <a:buFont typeface="Verdana"/>
              <a:buChar char="◦"/>
              <a:defRPr sz="2300" b="0" i="0" u="none" strike="noStrike" cap="none">
                <a:solidFill>
                  <a:schemeClr val="dk1"/>
                </a:solidFill>
                <a:latin typeface="Lucida Sans"/>
                <a:ea typeface="Lucida Sans"/>
                <a:cs typeface="Lucida Sans"/>
                <a:sym typeface="Lucida Sans"/>
              </a:defRPr>
            </a:lvl2pPr>
            <a:lvl3pPr marL="1371600" marR="0" lvl="2" indent="-361950" algn="l" rtl="0">
              <a:lnSpc>
                <a:spcPct val="100000"/>
              </a:lnSpc>
              <a:spcBef>
                <a:spcPts val="350"/>
              </a:spcBef>
              <a:spcAft>
                <a:spcPts val="0"/>
              </a:spcAft>
              <a:buClr>
                <a:schemeClr val="accent2"/>
              </a:buClr>
              <a:buSzPts val="2100"/>
              <a:buFont typeface="Noto Sans Symbols"/>
              <a:buChar char="●"/>
              <a:defRPr sz="2100" b="0" i="0" u="none" strike="noStrike" cap="none">
                <a:solidFill>
                  <a:schemeClr val="dk1"/>
                </a:solidFill>
                <a:latin typeface="Lucida Sans"/>
                <a:ea typeface="Lucida Sans"/>
                <a:cs typeface="Lucida Sans"/>
                <a:sym typeface="Lucida Sans"/>
              </a:defRPr>
            </a:lvl3pPr>
            <a:lvl4pPr marL="1828800" marR="0" lvl="3" indent="-349250" algn="l" rtl="0">
              <a:lnSpc>
                <a:spcPct val="100000"/>
              </a:lnSpc>
              <a:spcBef>
                <a:spcPts val="350"/>
              </a:spcBef>
              <a:spcAft>
                <a:spcPts val="0"/>
              </a:spcAft>
              <a:buClr>
                <a:schemeClr val="accent2"/>
              </a:buClr>
              <a:buSzPts val="1900"/>
              <a:buFont typeface="Noto Sans Symbols"/>
              <a:buChar char="●"/>
              <a:defRPr sz="1900" b="0" i="0" u="none" strike="noStrike" cap="none">
                <a:solidFill>
                  <a:schemeClr val="dk1"/>
                </a:solidFill>
                <a:latin typeface="Lucida Sans"/>
                <a:ea typeface="Lucida Sans"/>
                <a:cs typeface="Lucida Sans"/>
                <a:sym typeface="Lucida Sans"/>
              </a:defRPr>
            </a:lvl4pPr>
            <a:lvl5pPr marL="2286000" marR="0" lvl="4" indent="-342900" algn="l" rtl="0">
              <a:lnSpc>
                <a:spcPct val="100000"/>
              </a:lnSpc>
              <a:spcBef>
                <a:spcPts val="350"/>
              </a:spcBef>
              <a:spcAft>
                <a:spcPts val="0"/>
              </a:spcAft>
              <a:buClr>
                <a:schemeClr val="accent2"/>
              </a:buClr>
              <a:buSzPts val="1800"/>
              <a:buFont typeface="Noto Sans Symbols"/>
              <a:buChar char="●"/>
              <a:defRPr sz="1800" b="0" i="0" u="none" strike="noStrike" cap="none">
                <a:solidFill>
                  <a:schemeClr val="dk1"/>
                </a:solidFill>
                <a:latin typeface="Lucida Sans"/>
                <a:ea typeface="Lucida Sans"/>
                <a:cs typeface="Lucida Sans"/>
                <a:sym typeface="Lucida Sans"/>
              </a:defRPr>
            </a:lvl5pPr>
            <a:lvl6pPr marL="2743200" marR="0" lvl="5" indent="-342900" algn="l" rtl="0">
              <a:lnSpc>
                <a:spcPct val="100000"/>
              </a:lnSpc>
              <a:spcBef>
                <a:spcPts val="350"/>
              </a:spcBef>
              <a:spcAft>
                <a:spcPts val="0"/>
              </a:spcAft>
              <a:buClr>
                <a:schemeClr val="accent3"/>
              </a:buClr>
              <a:buSzPts val="1800"/>
              <a:buFont typeface="Noto Sans Symbols"/>
              <a:buChar char="■"/>
              <a:defRPr sz="1800" b="0" i="0" u="none" strike="noStrike" cap="none">
                <a:solidFill>
                  <a:schemeClr val="dk1"/>
                </a:solidFill>
                <a:latin typeface="Lucida Sans"/>
                <a:ea typeface="Lucida Sans"/>
                <a:cs typeface="Lucida Sans"/>
                <a:sym typeface="Lucida Sans"/>
              </a:defRPr>
            </a:lvl6pPr>
            <a:lvl7pPr marL="3200400" marR="0" lvl="6" indent="-330200" algn="l" rtl="0">
              <a:lnSpc>
                <a:spcPct val="100000"/>
              </a:lnSpc>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7pPr>
            <a:lvl8pPr marL="3657600" marR="0" lvl="7" indent="-330200" algn="l" rtl="0">
              <a:lnSpc>
                <a:spcPct val="100000"/>
              </a:lnSpc>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8pPr>
            <a:lvl9pPr marL="4114800" marR="0" lvl="8" indent="-330200" algn="l" rtl="0">
              <a:lnSpc>
                <a:spcPct val="100000"/>
              </a:lnSpc>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9pPr>
          </a:lstStyle>
          <a:p>
            <a:endParaRPr/>
          </a:p>
        </p:txBody>
      </p:sp>
      <p:pic>
        <p:nvPicPr>
          <p:cNvPr id="17" name="Google Shape;17;p18"/>
          <p:cNvPicPr preferRelativeResize="0"/>
          <p:nvPr/>
        </p:nvPicPr>
        <p:blipFill rotWithShape="1">
          <a:blip r:embed="rId8">
            <a:alphaModFix/>
          </a:blip>
          <a:srcRect/>
          <a:stretch/>
        </p:blipFill>
        <p:spPr>
          <a:xfrm>
            <a:off x="10840919" y="118811"/>
            <a:ext cx="1111140" cy="129882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
          <p:cNvSpPr txBox="1">
            <a:spLocks noGrp="1"/>
          </p:cNvSpPr>
          <p:nvPr>
            <p:ph type="ctrTitle"/>
          </p:nvPr>
        </p:nvSpPr>
        <p:spPr>
          <a:xfrm>
            <a:off x="2179783" y="4697487"/>
            <a:ext cx="8349672" cy="378691"/>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100000"/>
              </a:lnSpc>
              <a:spcBef>
                <a:spcPts val="0"/>
              </a:spcBef>
              <a:spcAft>
                <a:spcPts val="0"/>
              </a:spcAft>
              <a:buClr>
                <a:srgbClr val="D0EDF5"/>
              </a:buClr>
              <a:buSzPct val="100000"/>
              <a:buFont typeface="Times New Roman"/>
              <a:buNone/>
            </a:pPr>
            <a:r>
              <a:rPr lang="en-US" sz="4400" b="1">
                <a:solidFill>
                  <a:schemeClr val="dk1"/>
                </a:solidFill>
                <a:latin typeface="Times New Roman"/>
                <a:ea typeface="Times New Roman"/>
                <a:cs typeface="Times New Roman"/>
                <a:sym typeface="Times New Roman"/>
              </a:rPr>
              <a:t>Welcome </a:t>
            </a:r>
            <a:br>
              <a:rPr lang="en-US" sz="4400" b="1">
                <a:solidFill>
                  <a:schemeClr val="dk1"/>
                </a:solidFill>
                <a:latin typeface="Times New Roman"/>
                <a:ea typeface="Times New Roman"/>
                <a:cs typeface="Times New Roman"/>
                <a:sym typeface="Times New Roman"/>
              </a:rPr>
            </a:br>
            <a:r>
              <a:rPr lang="en-US" sz="4400" b="1">
                <a:solidFill>
                  <a:schemeClr val="dk1"/>
                </a:solidFill>
                <a:latin typeface="Times New Roman"/>
                <a:ea typeface="Times New Roman"/>
                <a:cs typeface="Times New Roman"/>
                <a:sym typeface="Times New Roman"/>
              </a:rPr>
              <a:t>To</a:t>
            </a:r>
            <a:br>
              <a:rPr lang="en-US" sz="4400" b="1">
                <a:solidFill>
                  <a:schemeClr val="dk1"/>
                </a:solidFill>
                <a:latin typeface="Times New Roman"/>
                <a:ea typeface="Times New Roman"/>
                <a:cs typeface="Times New Roman"/>
                <a:sym typeface="Times New Roman"/>
              </a:rPr>
            </a:br>
            <a:r>
              <a:rPr lang="en-US" sz="4400" b="1">
                <a:solidFill>
                  <a:schemeClr val="dk1"/>
                </a:solidFill>
                <a:latin typeface="Times New Roman"/>
                <a:ea typeface="Times New Roman"/>
                <a:cs typeface="Times New Roman"/>
                <a:sym typeface="Times New Roman"/>
              </a:rPr>
              <a:t> Our Presentation</a:t>
            </a:r>
            <a:r>
              <a:rPr lang="en-US" sz="4000" b="1"/>
              <a:t/>
            </a:r>
            <a:br>
              <a:rPr lang="en-US" sz="4000" b="1"/>
            </a:br>
            <a:endParaRPr sz="4000" b="1"/>
          </a:p>
        </p:txBody>
      </p:sp>
      <p:pic>
        <p:nvPicPr>
          <p:cNvPr id="78" name="Google Shape;78;p1"/>
          <p:cNvPicPr preferRelativeResize="0"/>
          <p:nvPr/>
        </p:nvPicPr>
        <p:blipFill rotWithShape="1">
          <a:blip r:embed="rId3">
            <a:alphaModFix/>
          </a:blip>
          <a:srcRect/>
          <a:stretch/>
        </p:blipFill>
        <p:spPr>
          <a:xfrm>
            <a:off x="2105891" y="267085"/>
            <a:ext cx="8423564" cy="1513233"/>
          </a:xfrm>
          <a:prstGeom prst="rect">
            <a:avLst/>
          </a:prstGeom>
          <a:noFill/>
          <a:ln>
            <a:noFill/>
          </a:ln>
        </p:spPr>
      </p:pic>
      <p:sp>
        <p:nvSpPr>
          <p:cNvPr id="79" name="Google Shape;79;p1"/>
          <p:cNvSpPr txBox="1"/>
          <p:nvPr/>
        </p:nvSpPr>
        <p:spPr>
          <a:xfrm>
            <a:off x="295175" y="5794408"/>
            <a:ext cx="11896825" cy="795230"/>
          </a:xfrm>
          <a:prstGeom prst="rect">
            <a:avLst/>
          </a:prstGeom>
          <a:noFill/>
          <a:ln>
            <a:noFill/>
          </a:ln>
        </p:spPr>
        <p:txBody>
          <a:bodyPr spcFirstLastPara="1" wrap="square" lIns="91425" tIns="45700" rIns="91425" bIns="45700" anchor="b" anchorCtr="0">
            <a:noAutofit/>
          </a:bodyPr>
          <a:lstStyle/>
          <a:p>
            <a:pPr lvl="0" algn="ctr"/>
            <a:r>
              <a:rPr lang="en-US" sz="4000" b="1" dirty="0">
                <a:solidFill>
                  <a:schemeClr val="bg1"/>
                </a:solidFill>
                <a:effectLst>
                  <a:outerShdw blurRad="38100" dist="38100" dir="2700000" algn="tl">
                    <a:srgbClr val="000000">
                      <a:alpha val="43137"/>
                    </a:srgbClr>
                  </a:outerShdw>
                </a:effectLst>
              </a:rPr>
              <a:t>University Network Design</a:t>
            </a:r>
            <a:endParaRPr sz="4000" b="1" i="0" u="none" strike="noStrike" cap="none" dirty="0">
              <a:solidFill>
                <a:schemeClr val="bg1"/>
              </a:solidFill>
              <a:effectLst>
                <a:outerShdw blurRad="38100" dist="38100" dir="2700000" algn="tl">
                  <a:srgbClr val="000000">
                    <a:alpha val="43137"/>
                  </a:srgbClr>
                </a:outerShdw>
              </a:effectLst>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fade">
                                      <p:cBhvr>
                                        <p:cTn id="7" dur="1000"/>
                                        <p:tgtEl>
                                          <p:spTgt spid="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7"/>
                                        </p:tgtEl>
                                        <p:attrNameLst>
                                          <p:attrName>style.visibility</p:attrName>
                                        </p:attrNameLst>
                                      </p:cBhvr>
                                      <p:to>
                                        <p:strVal val="visible"/>
                                      </p:to>
                                    </p:set>
                                    <p:animEffect transition="in" filter="fade">
                                      <p:cBhvr>
                                        <p:cTn id="12" dur="1000"/>
                                        <p:tgtEl>
                                          <p:spTgt spid="7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9">
                                            <p:txEl>
                                              <p:pRg st="0" end="0"/>
                                            </p:txEl>
                                          </p:spTgt>
                                        </p:tgtEl>
                                        <p:attrNameLst>
                                          <p:attrName>style.visibility</p:attrName>
                                        </p:attrNameLst>
                                      </p:cBhvr>
                                      <p:to>
                                        <p:strVal val="visible"/>
                                      </p:to>
                                    </p:set>
                                    <p:animEffect transition="in" filter="fade">
                                      <p:cBhvr>
                                        <p:cTn id="17" dur="1500"/>
                                        <p:tgtEl>
                                          <p:spTgt spid="7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3"/>
          <p:cNvSpPr txBox="1">
            <a:spLocks noGrp="1"/>
          </p:cNvSpPr>
          <p:nvPr>
            <p:ph type="title"/>
          </p:nvPr>
        </p:nvSpPr>
        <p:spPr>
          <a:xfrm>
            <a:off x="645274" y="1240679"/>
            <a:ext cx="109728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Times New Roman"/>
              <a:buNone/>
            </a:pPr>
            <a:r>
              <a:rPr lang="en-US" sz="3600" dirty="0">
                <a:solidFill>
                  <a:schemeClr val="tx2">
                    <a:lumMod val="25000"/>
                  </a:schemeClr>
                </a:solidFill>
                <a:latin typeface="Times New Roman"/>
                <a:ea typeface="Times New Roman"/>
                <a:cs typeface="Times New Roman"/>
                <a:sym typeface="Times New Roman"/>
              </a:rPr>
              <a:t>Group Member Name</a:t>
            </a:r>
            <a:endParaRPr dirty="0">
              <a:solidFill>
                <a:schemeClr val="tx2">
                  <a:lumMod val="25000"/>
                </a:schemeClr>
              </a:solidFill>
            </a:endParaRPr>
          </a:p>
        </p:txBody>
      </p:sp>
      <p:sp>
        <p:nvSpPr>
          <p:cNvPr id="92" name="Google Shape;92;p3"/>
          <p:cNvSpPr txBox="1"/>
          <p:nvPr/>
        </p:nvSpPr>
        <p:spPr>
          <a:xfrm>
            <a:off x="3909150" y="1284551"/>
            <a:ext cx="4529799" cy="1099128"/>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262626"/>
              </a:buClr>
              <a:buSzPts val="1800"/>
              <a:buFont typeface="Lucida Sans"/>
              <a:buNone/>
            </a:pPr>
            <a:endParaRPr sz="1800" b="0" i="0" u="none" strike="noStrike" cap="none" dirty="0">
              <a:solidFill>
                <a:schemeClr val="accent1">
                  <a:lumMod val="75000"/>
                </a:schemeClr>
              </a:solidFill>
              <a:latin typeface="Times New Roman"/>
              <a:ea typeface="Times New Roman"/>
              <a:cs typeface="Times New Roman"/>
              <a:sym typeface="Times New Roman"/>
            </a:endParaRPr>
          </a:p>
        </p:txBody>
      </p:sp>
      <p:sp>
        <p:nvSpPr>
          <p:cNvPr id="93" name="Google Shape;93;p3"/>
          <p:cNvSpPr txBox="1"/>
          <p:nvPr/>
        </p:nvSpPr>
        <p:spPr>
          <a:xfrm>
            <a:off x="554885" y="515603"/>
            <a:ext cx="3299875" cy="1066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262626"/>
              </a:buClr>
              <a:buSzPts val="1400"/>
              <a:buFont typeface="Lucida Sans"/>
              <a:buNone/>
            </a:pPr>
            <a:endParaRPr sz="1400" b="0" i="0" u="none" strike="noStrike" cap="none">
              <a:solidFill>
                <a:srgbClr val="262626"/>
              </a:solidFill>
              <a:latin typeface="Times New Roman"/>
              <a:ea typeface="Times New Roman"/>
              <a:cs typeface="Times New Roman"/>
              <a:sym typeface="Times New Roman"/>
            </a:endParaRPr>
          </a:p>
        </p:txBody>
      </p:sp>
      <p:graphicFrame>
        <p:nvGraphicFramePr>
          <p:cNvPr id="94" name="Google Shape;94;p3"/>
          <p:cNvGraphicFramePr/>
          <p:nvPr>
            <p:extLst>
              <p:ext uri="{D42A27DB-BD31-4B8C-83A1-F6EECF244321}">
                <p14:modId xmlns:p14="http://schemas.microsoft.com/office/powerpoint/2010/main" val="926982020"/>
              </p:ext>
            </p:extLst>
          </p:nvPr>
        </p:nvGraphicFramePr>
        <p:xfrm>
          <a:off x="1673724" y="2602630"/>
          <a:ext cx="8915900" cy="2432400"/>
        </p:xfrm>
        <a:graphic>
          <a:graphicData uri="http://schemas.openxmlformats.org/drawingml/2006/table">
            <a:tbl>
              <a:tblPr firstRow="1" bandRow="1">
                <a:noFill/>
                <a:tableStyleId>{6BBC06D4-CE90-4A81-A062-FA92C154CAC8}</a:tableStyleId>
              </a:tblPr>
              <a:tblGrid>
                <a:gridCol w="4512775">
                  <a:extLst>
                    <a:ext uri="{9D8B030D-6E8A-4147-A177-3AD203B41FA5}">
                      <a16:colId xmlns:a16="http://schemas.microsoft.com/office/drawing/2014/main" val="20000"/>
                    </a:ext>
                  </a:extLst>
                </a:gridCol>
                <a:gridCol w="4403125">
                  <a:extLst>
                    <a:ext uri="{9D8B030D-6E8A-4147-A177-3AD203B41FA5}">
                      <a16:colId xmlns:a16="http://schemas.microsoft.com/office/drawing/2014/main" val="20001"/>
                    </a:ext>
                  </a:extLst>
                </a:gridCol>
              </a:tblGrid>
              <a:tr h="608100">
                <a:tc>
                  <a:txBody>
                    <a:bodyPr/>
                    <a:lstStyle/>
                    <a:p>
                      <a:pPr marL="0" marR="0" lvl="0" indent="0" algn="ctr" rtl="0">
                        <a:lnSpc>
                          <a:spcPct val="100000"/>
                        </a:lnSpc>
                        <a:spcBef>
                          <a:spcPts val="0"/>
                        </a:spcBef>
                        <a:spcAft>
                          <a:spcPts val="0"/>
                        </a:spcAft>
                        <a:buClr>
                          <a:srgbClr val="000000"/>
                        </a:buClr>
                        <a:buSzPts val="2200"/>
                        <a:buFont typeface="Arial"/>
                        <a:buNone/>
                      </a:pPr>
                      <a:r>
                        <a:rPr lang="en-US" sz="2200" b="1" u="none" strike="noStrike" cap="none">
                          <a:solidFill>
                            <a:schemeClr val="lt1"/>
                          </a:solidFill>
                          <a:latin typeface="Times New Roman"/>
                          <a:ea typeface="Times New Roman"/>
                          <a:cs typeface="Times New Roman"/>
                          <a:sym typeface="Times New Roman"/>
                        </a:rPr>
                        <a:t>Group Member Name</a:t>
                      </a:r>
                      <a:endParaRPr sz="14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2200"/>
                        <a:buFont typeface="Arial"/>
                        <a:buNone/>
                      </a:pPr>
                      <a:r>
                        <a:rPr lang="en-US" sz="2200" b="1" u="none" strike="noStrike" cap="none">
                          <a:solidFill>
                            <a:schemeClr val="lt1"/>
                          </a:solidFill>
                          <a:latin typeface="Times New Roman"/>
                          <a:ea typeface="Times New Roman"/>
                          <a:cs typeface="Times New Roman"/>
                          <a:sym typeface="Times New Roman"/>
                        </a:rPr>
                        <a:t>Student ID</a:t>
                      </a:r>
                      <a:endParaRPr sz="2200" b="1" u="none" strike="noStrike" cap="none">
                        <a:solidFill>
                          <a:schemeClr val="lt1"/>
                        </a:solidFill>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0"/>
                  </a:ext>
                </a:extLst>
              </a:tr>
              <a:tr h="608100">
                <a:tc>
                  <a:txBody>
                    <a:bodyPr/>
                    <a:lstStyle/>
                    <a:p>
                      <a:pPr marL="0" marR="0" lvl="2" indent="0" algn="ctr" rtl="0">
                        <a:lnSpc>
                          <a:spcPct val="100000"/>
                        </a:lnSpc>
                        <a:spcBef>
                          <a:spcPts val="0"/>
                        </a:spcBef>
                        <a:spcAft>
                          <a:spcPts val="0"/>
                        </a:spcAft>
                        <a:buClr>
                          <a:schemeClr val="dk1"/>
                        </a:buClr>
                        <a:buSzPts val="2000"/>
                        <a:buFont typeface="Times New Roman"/>
                        <a:buNone/>
                      </a:pPr>
                      <a:r>
                        <a:rPr lang="en-US" sz="2000" b="0" u="none" strike="noStrike" cap="none" dirty="0" err="1">
                          <a:solidFill>
                            <a:schemeClr val="dk1"/>
                          </a:solidFill>
                          <a:latin typeface="Times New Roman"/>
                          <a:ea typeface="Times New Roman"/>
                          <a:cs typeface="Times New Roman"/>
                          <a:sym typeface="Times New Roman"/>
                        </a:rPr>
                        <a:t>Md.Thoufique</a:t>
                      </a:r>
                      <a:r>
                        <a:rPr lang="en-US" sz="2000" b="0" u="none" strike="noStrike" cap="none" dirty="0">
                          <a:solidFill>
                            <a:schemeClr val="dk1"/>
                          </a:solidFill>
                          <a:latin typeface="Times New Roman"/>
                          <a:ea typeface="Times New Roman"/>
                          <a:cs typeface="Times New Roman"/>
                          <a:sym typeface="Times New Roman"/>
                        </a:rPr>
                        <a:t> Hasan </a:t>
                      </a:r>
                      <a:r>
                        <a:rPr lang="en-US" sz="2000" b="0" u="none" strike="noStrike" cap="none" dirty="0" err="1">
                          <a:solidFill>
                            <a:schemeClr val="dk1"/>
                          </a:solidFill>
                          <a:latin typeface="Times New Roman"/>
                          <a:ea typeface="Times New Roman"/>
                          <a:cs typeface="Times New Roman"/>
                          <a:sym typeface="Times New Roman"/>
                        </a:rPr>
                        <a:t>Rakib</a:t>
                      </a:r>
                      <a:endParaRPr sz="2000" b="0" u="none" strike="noStrike" cap="none" dirty="0"/>
                    </a:p>
                  </a:txBody>
                  <a:tcPr marL="28575" marR="28575" marT="19050" marB="19050" anchor="ctr"/>
                </a:tc>
                <a:tc>
                  <a:txBody>
                    <a:bodyPr/>
                    <a:lstStyle/>
                    <a:p>
                      <a:pPr marL="0" marR="0" lvl="2" indent="0" algn="ctr" rtl="0">
                        <a:lnSpc>
                          <a:spcPct val="100000"/>
                        </a:lnSpc>
                        <a:spcBef>
                          <a:spcPts val="0"/>
                        </a:spcBef>
                        <a:spcAft>
                          <a:spcPts val="0"/>
                        </a:spcAft>
                        <a:buClr>
                          <a:schemeClr val="dk1"/>
                        </a:buClr>
                        <a:buSzPts val="2000"/>
                        <a:buFont typeface="Times New Roman"/>
                        <a:buNone/>
                      </a:pPr>
                      <a:r>
                        <a:rPr lang="en-US" sz="2000" b="0" u="none" strike="noStrike" cap="none" dirty="0">
                          <a:solidFill>
                            <a:schemeClr val="dk1"/>
                          </a:solidFill>
                          <a:latin typeface="Times New Roman"/>
                          <a:ea typeface="Times New Roman"/>
                          <a:cs typeface="Times New Roman"/>
                          <a:sym typeface="Times New Roman"/>
                        </a:rPr>
                        <a:t>18191203012</a:t>
                      </a:r>
                      <a:endParaRPr sz="2000" u="none" strike="noStrike" cap="none" dirty="0"/>
                    </a:p>
                  </a:txBody>
                  <a:tcPr marL="28575" marR="28575" marT="19050" marB="19050" anchor="ctr"/>
                </a:tc>
                <a:extLst>
                  <a:ext uri="{0D108BD9-81ED-4DB2-BD59-A6C34878D82A}">
                    <a16:rowId xmlns:a16="http://schemas.microsoft.com/office/drawing/2014/main" val="10001"/>
                  </a:ext>
                </a:extLst>
              </a:tr>
              <a:tr h="608100">
                <a:tc>
                  <a:txBody>
                    <a:bodyPr/>
                    <a:lstStyle/>
                    <a:p>
                      <a:pPr marL="0" marR="0" lvl="2" indent="0" algn="ctr" rtl="0">
                        <a:lnSpc>
                          <a:spcPct val="100000"/>
                        </a:lnSpc>
                        <a:spcBef>
                          <a:spcPts val="0"/>
                        </a:spcBef>
                        <a:spcAft>
                          <a:spcPts val="0"/>
                        </a:spcAft>
                        <a:buClr>
                          <a:schemeClr val="dk1"/>
                        </a:buClr>
                        <a:buSzPts val="2000"/>
                        <a:buFont typeface="Times New Roman"/>
                        <a:buNone/>
                      </a:pPr>
                      <a:r>
                        <a:rPr lang="en-US" sz="2000" b="0" u="none" strike="noStrike" cap="none" dirty="0" err="1">
                          <a:solidFill>
                            <a:schemeClr val="dk1"/>
                          </a:solidFill>
                          <a:latin typeface="Times New Roman"/>
                          <a:ea typeface="Times New Roman"/>
                          <a:cs typeface="Times New Roman"/>
                          <a:sym typeface="Times New Roman"/>
                        </a:rPr>
                        <a:t>Md.Aminur</a:t>
                      </a:r>
                      <a:r>
                        <a:rPr lang="en-US" sz="2000" b="0" u="none" strike="noStrike" cap="none" dirty="0">
                          <a:solidFill>
                            <a:schemeClr val="dk1"/>
                          </a:solidFill>
                          <a:latin typeface="Times New Roman"/>
                          <a:ea typeface="Times New Roman"/>
                          <a:cs typeface="Times New Roman"/>
                          <a:sym typeface="Times New Roman"/>
                        </a:rPr>
                        <a:t> </a:t>
                      </a:r>
                      <a:r>
                        <a:rPr lang="en-US" sz="2000" b="0" u="none" strike="noStrike" cap="none" dirty="0" err="1">
                          <a:solidFill>
                            <a:schemeClr val="dk1"/>
                          </a:solidFill>
                          <a:latin typeface="Times New Roman"/>
                          <a:ea typeface="Times New Roman"/>
                          <a:cs typeface="Times New Roman"/>
                          <a:sym typeface="Times New Roman"/>
                        </a:rPr>
                        <a:t>Rhman</a:t>
                      </a:r>
                      <a:endParaRPr sz="2000" b="0" u="none" strike="noStrike" cap="none" dirty="0">
                        <a:solidFill>
                          <a:schemeClr val="dk1"/>
                        </a:solidFill>
                        <a:latin typeface="Times New Roman"/>
                        <a:ea typeface="Times New Roman"/>
                        <a:cs typeface="Times New Roman"/>
                        <a:sym typeface="Times New Roman"/>
                      </a:endParaRPr>
                    </a:p>
                  </a:txBody>
                  <a:tcPr marL="28575" marR="28575" marT="19050" marB="19050" anchor="ctr"/>
                </a:tc>
                <a:tc>
                  <a:txBody>
                    <a:bodyPr/>
                    <a:lstStyle/>
                    <a:p>
                      <a:pPr marL="0" marR="0" lvl="2" indent="0" algn="ctr" rtl="0">
                        <a:lnSpc>
                          <a:spcPct val="100000"/>
                        </a:lnSpc>
                        <a:spcBef>
                          <a:spcPts val="0"/>
                        </a:spcBef>
                        <a:spcAft>
                          <a:spcPts val="0"/>
                        </a:spcAft>
                        <a:buClr>
                          <a:schemeClr val="dk1"/>
                        </a:buClr>
                        <a:buSzPts val="2000"/>
                        <a:buFont typeface="Times New Roman"/>
                        <a:buNone/>
                      </a:pPr>
                      <a:r>
                        <a:rPr lang="en-US" sz="2000" b="0" u="none" strike="noStrike" cap="none">
                          <a:solidFill>
                            <a:schemeClr val="dk1"/>
                          </a:solidFill>
                          <a:latin typeface="Times New Roman"/>
                          <a:ea typeface="Times New Roman"/>
                          <a:cs typeface="Times New Roman"/>
                          <a:sym typeface="Times New Roman"/>
                        </a:rPr>
                        <a:t>18191203013</a:t>
                      </a:r>
                      <a:endParaRPr sz="2000" u="none" strike="noStrike" cap="none"/>
                    </a:p>
                  </a:txBody>
                  <a:tcPr marL="28575" marR="28575" marT="19050" marB="19050" anchor="ctr"/>
                </a:tc>
                <a:extLst>
                  <a:ext uri="{0D108BD9-81ED-4DB2-BD59-A6C34878D82A}">
                    <a16:rowId xmlns:a16="http://schemas.microsoft.com/office/drawing/2014/main" val="10002"/>
                  </a:ext>
                </a:extLst>
              </a:tr>
              <a:tr h="608100">
                <a:tc>
                  <a:txBody>
                    <a:bodyPr/>
                    <a:lstStyle/>
                    <a:p>
                      <a:pPr marL="0" marR="0" lvl="2" indent="0" algn="ctr" rtl="0">
                        <a:lnSpc>
                          <a:spcPct val="100000"/>
                        </a:lnSpc>
                        <a:spcBef>
                          <a:spcPts val="0"/>
                        </a:spcBef>
                        <a:spcAft>
                          <a:spcPts val="0"/>
                        </a:spcAft>
                        <a:buClr>
                          <a:schemeClr val="dk1"/>
                        </a:buClr>
                        <a:buSzPts val="2000"/>
                        <a:buFont typeface="Times New Roman"/>
                        <a:buNone/>
                      </a:pPr>
                      <a:r>
                        <a:rPr lang="en-US" sz="2000" b="0" u="none" strike="noStrike" cap="none" dirty="0" err="1">
                          <a:solidFill>
                            <a:schemeClr val="dk1"/>
                          </a:solidFill>
                          <a:latin typeface="Times New Roman"/>
                          <a:ea typeface="Times New Roman"/>
                          <a:cs typeface="Times New Roman"/>
                          <a:sym typeface="Times New Roman"/>
                        </a:rPr>
                        <a:t>Prottay</a:t>
                      </a:r>
                      <a:r>
                        <a:rPr lang="en-US" sz="2000" b="0" u="none" strike="noStrike" cap="none" dirty="0">
                          <a:solidFill>
                            <a:schemeClr val="dk1"/>
                          </a:solidFill>
                          <a:latin typeface="Times New Roman"/>
                          <a:ea typeface="Times New Roman"/>
                          <a:cs typeface="Times New Roman"/>
                          <a:sym typeface="Times New Roman"/>
                        </a:rPr>
                        <a:t> Kumar Biswas</a:t>
                      </a:r>
                      <a:endParaRPr sz="1400" u="none" strike="noStrike" cap="none" dirty="0"/>
                    </a:p>
                  </a:txBody>
                  <a:tcPr marL="28575" marR="28575" marT="19050" marB="19050" anchor="ctr"/>
                </a:tc>
                <a:tc>
                  <a:txBody>
                    <a:bodyPr/>
                    <a:lstStyle/>
                    <a:p>
                      <a:pPr marL="0" marR="0" lvl="2" indent="0" algn="ctr" rtl="0">
                        <a:lnSpc>
                          <a:spcPct val="100000"/>
                        </a:lnSpc>
                        <a:spcBef>
                          <a:spcPts val="0"/>
                        </a:spcBef>
                        <a:spcAft>
                          <a:spcPts val="0"/>
                        </a:spcAft>
                        <a:buClr>
                          <a:schemeClr val="dk1"/>
                        </a:buClr>
                        <a:buSzPts val="2000"/>
                        <a:buFont typeface="Times New Roman"/>
                        <a:buNone/>
                      </a:pPr>
                      <a:r>
                        <a:rPr lang="en-US" sz="2000" b="0" u="none" strike="noStrike" cap="none" dirty="0">
                          <a:solidFill>
                            <a:schemeClr val="dk1"/>
                          </a:solidFill>
                          <a:latin typeface="Times New Roman"/>
                          <a:ea typeface="Times New Roman"/>
                          <a:cs typeface="Times New Roman"/>
                          <a:sym typeface="Times New Roman"/>
                        </a:rPr>
                        <a:t>18191203018</a:t>
                      </a:r>
                      <a:endParaRPr sz="1400" u="none" strike="noStrike" cap="none" dirty="0"/>
                    </a:p>
                  </a:txBody>
                  <a:tcPr marL="28575" marR="28575" marT="19050" marB="19050" anchor="ct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6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1750"/>
                                        <p:tgtEl>
                                          <p:spTgt spid="9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
                                            <p:txEl>
                                              <p:pRg st="0" end="0"/>
                                            </p:txEl>
                                          </p:spTgt>
                                        </p:tgtEl>
                                        <p:attrNameLst>
                                          <p:attrName>style.visibility</p:attrName>
                                        </p:attrNameLst>
                                      </p:cBhvr>
                                      <p:to>
                                        <p:strVal val="visible"/>
                                      </p:to>
                                    </p:set>
                                    <p:animEffect transition="in" filter="fade">
                                      <p:cBhvr>
                                        <p:cTn id="12" dur="500"/>
                                        <p:tgtEl>
                                          <p:spTgt spid="9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3">
                                            <p:txEl>
                                              <p:pRg st="0" end="0"/>
                                            </p:txEl>
                                          </p:spTgt>
                                        </p:tgtEl>
                                        <p:attrNameLst>
                                          <p:attrName>style.visibility</p:attrName>
                                        </p:attrNameLst>
                                      </p:cBhvr>
                                      <p:to>
                                        <p:strVal val="visible"/>
                                      </p:to>
                                    </p:set>
                                    <p:animEffect transition="in" filter="fade">
                                      <p:cBhvr>
                                        <p:cTn id="17" dur="1000"/>
                                        <p:tgtEl>
                                          <p:spTgt spid="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txBox="1"/>
          <p:nvPr/>
        </p:nvSpPr>
        <p:spPr>
          <a:xfrm>
            <a:off x="1104496" y="934271"/>
            <a:ext cx="10000649" cy="769401"/>
          </a:xfrm>
          <a:prstGeom prst="rect">
            <a:avLst/>
          </a:prstGeom>
          <a:noFill/>
          <a:ln>
            <a:noFill/>
          </a:ln>
        </p:spPr>
        <p:txBody>
          <a:bodyPr spcFirstLastPara="1" wrap="square" lIns="91425" tIns="45700" rIns="91425" bIns="45700" anchor="t" anchorCtr="0">
            <a:spAutoFit/>
          </a:bodyPr>
          <a:lstStyle/>
          <a:p>
            <a:pPr lvl="0" algn="ctr"/>
            <a:r>
              <a:rPr lang="en-US" sz="4400" b="1" i="0" u="none" strike="noStrike" cap="none"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ea typeface="Lucida Sans"/>
                <a:cs typeface="Times New Roman" panose="02020603050405020304" pitchFamily="18" charset="0"/>
                <a:sym typeface="Lucida Sans"/>
              </a:rPr>
              <a:t>Supervised By</a:t>
            </a:r>
            <a:endParaRPr sz="4400" b="1" i="0" u="none" strike="noStrike" cap="none"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ea typeface="Lucida Sans"/>
              <a:cs typeface="Times New Roman" panose="02020603050405020304" pitchFamily="18" charset="0"/>
              <a:sym typeface="Lucida Sans"/>
            </a:endParaRPr>
          </a:p>
        </p:txBody>
      </p:sp>
      <p:sp>
        <p:nvSpPr>
          <p:cNvPr id="5" name="Round Diagonal Corner Rectangle 4"/>
          <p:cNvSpPr/>
          <p:nvPr/>
        </p:nvSpPr>
        <p:spPr>
          <a:xfrm>
            <a:off x="2353373" y="1848051"/>
            <a:ext cx="7002382" cy="3330341"/>
          </a:xfrm>
          <a:prstGeom prst="round2Diag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nSpc>
                <a:spcPct val="150000"/>
              </a:lnSpc>
            </a:pPr>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Md. </a:t>
            </a:r>
            <a:r>
              <a:rPr lang="en-US" sz="28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Saifur</a:t>
            </a:r>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Rahman</a:t>
            </a:r>
          </a:p>
          <a:p>
            <a:pPr>
              <a:lnSpc>
                <a:spcPct val="150000"/>
              </a:lnSpc>
            </a:pPr>
            <a:endParaRPr lang="en-US" sz="1200" b="1" dirty="0">
              <a:latin typeface="Times New Roman" panose="02020603050405020304" pitchFamily="18" charset="0"/>
              <a:cs typeface="Times New Roman" panose="02020603050405020304" pitchFamily="18" charset="0"/>
            </a:endParaRPr>
          </a:p>
          <a:p>
            <a:pPr lvl="2"/>
            <a:r>
              <a:rPr lang="en-US" sz="2000" dirty="0">
                <a:latin typeface="Times New Roman" panose="02020603050405020304" pitchFamily="18" charset="0"/>
                <a:cs typeface="Times New Roman" panose="02020603050405020304" pitchFamily="18" charset="0"/>
              </a:rPr>
              <a:t>Assistant Professor and Chairman</a:t>
            </a:r>
          </a:p>
          <a:p>
            <a:pPr lvl="2"/>
            <a:r>
              <a:rPr lang="en-US" sz="2000" dirty="0">
                <a:latin typeface="Times New Roman" panose="02020603050405020304" pitchFamily="18" charset="0"/>
                <a:cs typeface="Times New Roman" panose="02020603050405020304" pitchFamily="18" charset="0"/>
              </a:rPr>
              <a:t>Department of Computer Science and Engineering</a:t>
            </a:r>
          </a:p>
          <a:p>
            <a:pPr lvl="2"/>
            <a:r>
              <a:rPr lang="en-US" sz="2000" dirty="0">
                <a:latin typeface="Times New Roman" panose="02020603050405020304" pitchFamily="18" charset="0"/>
                <a:cs typeface="Times New Roman" panose="02020603050405020304" pitchFamily="18" charset="0"/>
              </a:rPr>
              <a:t>Bangladesh University Of Business and Technology (BUBT) </a:t>
            </a:r>
          </a:p>
          <a:p>
            <a:pPr lvl="2"/>
            <a:r>
              <a:rPr lang="en-US" sz="2000" dirty="0">
                <a:latin typeface="Times New Roman" panose="02020603050405020304" pitchFamily="18" charset="0"/>
                <a:cs typeface="Times New Roman" panose="02020603050405020304" pitchFamily="18" charset="0"/>
              </a:rPr>
              <a:t>Mirpur -2,Dhaka-1216,Bangladesh</a:t>
            </a:r>
          </a:p>
        </p:txBody>
      </p:sp>
    </p:spTree>
  </p:cSld>
  <p:clrMapOvr>
    <a:masterClrMapping/>
  </p:clrMapOvr>
  <mc:AlternateContent xmlns:mc="http://schemas.openxmlformats.org/markup-compatibility/2006" xmlns:p14="http://schemas.microsoft.com/office/powerpoint/2010/main">
    <mc:Choice Requires="p14">
      <p:transition spd="slow" p14:dur="16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55419" y="3916254"/>
            <a:ext cx="7433911" cy="1050381"/>
          </a:xfrm>
        </p:spPr>
        <p:txBody>
          <a:bodyPr/>
          <a:lstStyle/>
          <a:p>
            <a:pPr algn="l"/>
            <a:r>
              <a:rPr lang="en-US" sz="5400" b="1" dirty="0" err="1"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Thoufique</a:t>
            </a:r>
            <a:r>
              <a:rPr lang="en-US" sz="54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Hasan </a:t>
            </a:r>
            <a:r>
              <a:rPr lang="en-US" sz="5400" b="1" dirty="0" err="1"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Rakib</a:t>
            </a:r>
            <a:endParaRPr lang="en-US" sz="5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210349" y="5034012"/>
            <a:ext cx="3676851" cy="1674798"/>
          </a:xfrm>
        </p:spPr>
        <p:txBody>
          <a:bodyPr>
            <a:noAutofit/>
          </a:bodyPr>
          <a:lstStyle/>
          <a:p>
            <a:r>
              <a:rPr lang="en-US" sz="2400" b="1" dirty="0" smtClean="0">
                <a:solidFill>
                  <a:schemeClr val="bg1"/>
                </a:solidFill>
                <a:latin typeface="Times New Roman" panose="02020603050405020304" pitchFamily="18" charset="0"/>
                <a:cs typeface="Times New Roman" panose="02020603050405020304" pitchFamily="18" charset="0"/>
              </a:rPr>
              <a:t>ID- </a:t>
            </a:r>
            <a:r>
              <a:rPr lang="en-US" sz="2400" dirty="0" smtClean="0">
                <a:solidFill>
                  <a:schemeClr val="bg1"/>
                </a:solidFill>
                <a:latin typeface="Times New Roman" panose="02020603050405020304" pitchFamily="18" charset="0"/>
                <a:cs typeface="Times New Roman" panose="02020603050405020304" pitchFamily="18" charset="0"/>
              </a:rPr>
              <a:t>18191203012</a:t>
            </a:r>
          </a:p>
          <a:p>
            <a:r>
              <a:rPr lang="en-US" sz="2400" b="1" dirty="0" smtClean="0">
                <a:solidFill>
                  <a:schemeClr val="bg1"/>
                </a:solidFill>
                <a:latin typeface="Times New Roman" panose="02020603050405020304" pitchFamily="18" charset="0"/>
                <a:cs typeface="Times New Roman" panose="02020603050405020304" pitchFamily="18" charset="0"/>
              </a:rPr>
              <a:t>Department- </a:t>
            </a:r>
            <a:r>
              <a:rPr lang="en-US" sz="2400" dirty="0" smtClean="0">
                <a:solidFill>
                  <a:schemeClr val="bg1"/>
                </a:solidFill>
                <a:latin typeface="Times New Roman" panose="02020603050405020304" pitchFamily="18" charset="0"/>
                <a:cs typeface="Times New Roman" panose="02020603050405020304" pitchFamily="18" charset="0"/>
              </a:rPr>
              <a:t>CSE</a:t>
            </a:r>
          </a:p>
          <a:p>
            <a:r>
              <a:rPr lang="en-US" sz="2400" b="1" dirty="0" smtClean="0">
                <a:solidFill>
                  <a:schemeClr val="bg1"/>
                </a:solidFill>
                <a:latin typeface="Times New Roman" panose="02020603050405020304" pitchFamily="18" charset="0"/>
                <a:cs typeface="Times New Roman" panose="02020603050405020304" pitchFamily="18" charset="0"/>
              </a:rPr>
              <a:t>Intake- </a:t>
            </a:r>
            <a:r>
              <a:rPr lang="en-US" sz="2400" dirty="0" smtClean="0">
                <a:solidFill>
                  <a:schemeClr val="bg1"/>
                </a:solidFill>
                <a:latin typeface="Times New Roman" panose="02020603050405020304" pitchFamily="18" charset="0"/>
                <a:cs typeface="Times New Roman" panose="02020603050405020304" pitchFamily="18" charset="0"/>
              </a:rPr>
              <a:t>31(Eve)</a:t>
            </a:r>
            <a:endParaRPr lang="en-US"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88786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5A6562-A5D7-F16B-DA71-113E056D4B95}"/>
              </a:ext>
            </a:extLst>
          </p:cNvPr>
          <p:cNvSpPr>
            <a:spLocks noGrp="1"/>
          </p:cNvSpPr>
          <p:nvPr>
            <p:ph type="title"/>
          </p:nvPr>
        </p:nvSpPr>
        <p:spPr/>
        <p:txBody>
          <a:bodyPr/>
          <a:lstStyle/>
          <a:p>
            <a:pPr algn="ctr"/>
            <a:r>
              <a:rPr lang="en-US"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Table of Content</a:t>
            </a:r>
            <a:endParaRPr lang="en-US" dirty="0"/>
          </a:p>
        </p:txBody>
      </p:sp>
      <p:sp>
        <p:nvSpPr>
          <p:cNvPr id="5" name="Rounded Rectangle 3">
            <a:extLst>
              <a:ext uri="{FF2B5EF4-FFF2-40B4-BE49-F238E27FC236}">
                <a16:creationId xmlns:a16="http://schemas.microsoft.com/office/drawing/2014/main" id="{57725BE0-8390-332E-932E-0A2F3FE0C06C}"/>
              </a:ext>
            </a:extLst>
          </p:cNvPr>
          <p:cNvSpPr/>
          <p:nvPr/>
        </p:nvSpPr>
        <p:spPr>
          <a:xfrm>
            <a:off x="1063008" y="1417637"/>
            <a:ext cx="9837020" cy="488691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marL="457200" indent="-457200" algn="just">
              <a:buAutoNum type="arabicPeriod"/>
            </a:pPr>
            <a:r>
              <a:rPr lang="en-US" sz="2400" dirty="0">
                <a:latin typeface="Times New Roman" panose="02020603050405020304" pitchFamily="18" charset="0"/>
                <a:cs typeface="Times New Roman" panose="02020603050405020304" pitchFamily="18" charset="0"/>
              </a:rPr>
              <a:t>Introduction</a:t>
            </a:r>
          </a:p>
          <a:p>
            <a:pPr marL="457200" indent="-457200" algn="just">
              <a:buAutoNum type="arabicPeriod"/>
            </a:pPr>
            <a:r>
              <a:rPr lang="en-US" sz="2400" dirty="0">
                <a:latin typeface="Times New Roman" panose="02020603050405020304" pitchFamily="18" charset="0"/>
                <a:cs typeface="Times New Roman" panose="02020603050405020304" pitchFamily="18" charset="0"/>
              </a:rPr>
              <a:t>Objectives</a:t>
            </a:r>
          </a:p>
          <a:p>
            <a:pPr marL="457200" indent="-457200" algn="just">
              <a:buAutoNum type="arabicPeriod"/>
            </a:pPr>
            <a:r>
              <a:rPr lang="en-US" sz="2400" dirty="0">
                <a:latin typeface="Times New Roman" panose="02020603050405020304" pitchFamily="18" charset="0"/>
                <a:cs typeface="Times New Roman" panose="02020603050405020304" pitchFamily="18" charset="0"/>
              </a:rPr>
              <a:t>Scope </a:t>
            </a:r>
          </a:p>
          <a:p>
            <a:pPr marL="457200" indent="-457200" algn="just">
              <a:buAutoNum type="arabicPeriod"/>
            </a:pPr>
            <a:r>
              <a:rPr lang="en-US" sz="2400" dirty="0">
                <a:solidFill>
                  <a:schemeClr val="tx1"/>
                </a:solidFill>
                <a:latin typeface="Times New Roman" panose="02020603050405020304" pitchFamily="18" charset="0"/>
                <a:cs typeface="Times New Roman" panose="02020603050405020304" pitchFamily="18" charset="0"/>
              </a:rPr>
              <a:t>Hierarchical Internetworking </a:t>
            </a:r>
            <a:r>
              <a:rPr lang="en-US" sz="2400" dirty="0" smtClean="0">
                <a:solidFill>
                  <a:schemeClr val="tx1"/>
                </a:solidFill>
                <a:latin typeface="Times New Roman" panose="02020603050405020304" pitchFamily="18" charset="0"/>
                <a:cs typeface="Times New Roman" panose="02020603050405020304" pitchFamily="18" charset="0"/>
              </a:rPr>
              <a:t>Model</a:t>
            </a:r>
          </a:p>
          <a:p>
            <a:pPr marL="457200" indent="-457200" algn="just">
              <a:buAutoNum type="arabicPeriod"/>
            </a:pPr>
            <a:r>
              <a:rPr lang="en-US" sz="2400" dirty="0" smtClean="0">
                <a:latin typeface="Times New Roman" panose="02020603050405020304" pitchFamily="18" charset="0"/>
                <a:cs typeface="Times New Roman" panose="02020603050405020304" pitchFamily="18" charset="0"/>
              </a:rPr>
              <a:t>Access Layer</a:t>
            </a:r>
          </a:p>
          <a:p>
            <a:pPr marL="457200" indent="-457200" algn="just">
              <a:buAutoNum type="arabicPeriod"/>
            </a:pPr>
            <a:r>
              <a:rPr lang="en-US" sz="2400" dirty="0" smtClean="0">
                <a:latin typeface="Times New Roman" panose="02020603050405020304" pitchFamily="18" charset="0"/>
                <a:cs typeface="Times New Roman" panose="02020603050405020304" pitchFamily="18" charset="0"/>
              </a:rPr>
              <a:t>Core </a:t>
            </a:r>
            <a:r>
              <a:rPr lang="en-US" sz="2400" dirty="0">
                <a:latin typeface="Times New Roman" panose="02020603050405020304" pitchFamily="18" charset="0"/>
                <a:cs typeface="Times New Roman" panose="02020603050405020304" pitchFamily="18" charset="0"/>
              </a:rPr>
              <a:t>Layer</a:t>
            </a:r>
          </a:p>
          <a:p>
            <a:pPr marL="457200" indent="-457200" algn="just">
              <a:buAutoNum type="arabicPeriod"/>
            </a:pPr>
            <a:r>
              <a:rPr lang="en-US" sz="2400" dirty="0">
                <a:latin typeface="Times New Roman" panose="02020603050405020304" pitchFamily="18" charset="0"/>
                <a:cs typeface="Times New Roman" panose="02020603050405020304" pitchFamily="18" charset="0"/>
              </a:rPr>
              <a:t>Distribution Layer</a:t>
            </a:r>
          </a:p>
          <a:p>
            <a:pPr marL="457200" indent="-457200" algn="just">
              <a:buAutoNum type="arabicPeriod"/>
            </a:pPr>
            <a:r>
              <a:rPr lang="en-US" sz="2400" dirty="0">
                <a:latin typeface="Times New Roman" panose="02020603050405020304" pitchFamily="18" charset="0"/>
                <a:cs typeface="Times New Roman" panose="02020603050405020304" pitchFamily="18" charset="0"/>
              </a:rPr>
              <a:t>Network Component </a:t>
            </a:r>
          </a:p>
          <a:p>
            <a:pPr marL="457200" indent="-457200" algn="just">
              <a:buAutoNum type="arabicPeriod"/>
            </a:pPr>
            <a:r>
              <a:rPr lang="en-US" sz="2400" dirty="0">
                <a:latin typeface="Times New Roman" panose="02020603050405020304" pitchFamily="18" charset="0"/>
                <a:cs typeface="Times New Roman" panose="02020603050405020304" pitchFamily="18" charset="0"/>
              </a:rPr>
              <a:t>Configuration </a:t>
            </a:r>
          </a:p>
          <a:p>
            <a:pPr marL="457200" indent="-457200" algn="just">
              <a:buAutoNum type="arabicPeriod"/>
            </a:pPr>
            <a:r>
              <a:rPr lang="en-US" sz="2400" dirty="0">
                <a:latin typeface="Times New Roman" panose="02020603050405020304" pitchFamily="18" charset="0"/>
                <a:cs typeface="Times New Roman" panose="02020603050405020304" pitchFamily="18" charset="0"/>
              </a:rPr>
              <a:t>Methodology </a:t>
            </a:r>
          </a:p>
          <a:p>
            <a:pPr marL="457200" indent="-457200" algn="just">
              <a:buAutoNum type="arabicPeriod"/>
            </a:pPr>
            <a:r>
              <a:rPr lang="en-US" sz="2400" dirty="0">
                <a:latin typeface="Times New Roman" panose="02020603050405020304" pitchFamily="18" charset="0"/>
                <a:cs typeface="Times New Roman" panose="02020603050405020304" pitchFamily="18" charset="0"/>
              </a:rPr>
              <a:t>Network Design</a:t>
            </a:r>
          </a:p>
          <a:p>
            <a:pPr marL="457200" indent="-457200" algn="just">
              <a:buAutoNum type="arabicPeriod"/>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47247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p>
        </p:txBody>
      </p:sp>
      <p:sp>
        <p:nvSpPr>
          <p:cNvPr id="4" name="Rounded Rectangle 3"/>
          <p:cNvSpPr/>
          <p:nvPr/>
        </p:nvSpPr>
        <p:spPr>
          <a:xfrm>
            <a:off x="1049153" y="1417637"/>
            <a:ext cx="9837020" cy="427089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r>
              <a:rPr lang="en-US" sz="2000" dirty="0">
                <a:latin typeface="Times New Roman" panose="02020603050405020304" pitchFamily="18" charset="0"/>
                <a:cs typeface="Times New Roman" panose="02020603050405020304" pitchFamily="18" charset="0"/>
              </a:rPr>
              <a:t>Network design refers to the planning of the implementation of a computer network infrastructure.</a:t>
            </a:r>
          </a:p>
          <a:p>
            <a:pPr algn="just"/>
            <a:r>
              <a:rPr lang="en-US" sz="2000" dirty="0">
                <a:latin typeface="Times New Roman" panose="02020603050405020304" pitchFamily="18" charset="0"/>
                <a:cs typeface="Times New Roman" panose="02020603050405020304" pitchFamily="18" charset="0"/>
              </a:rPr>
              <a:t>Network design is generally performed by network designers, engineers, IT administrators and other related staff. It is done before the implementation of a network infrastructure</a:t>
            </a:r>
          </a:p>
          <a:p>
            <a:pPr algn="just"/>
            <a:r>
              <a:rPr lang="en-US" sz="2000" dirty="0">
                <a:latin typeface="Times New Roman" panose="02020603050405020304" pitchFamily="18" charset="0"/>
                <a:cs typeface="Times New Roman" panose="02020603050405020304" pitchFamily="18" charset="0"/>
              </a:rPr>
              <a:t>A network is two or more computers (or other electronic devices) that are connected together, usually by cables or Wi-Fi.</a:t>
            </a:r>
          </a:p>
          <a:p>
            <a:pPr algn="just"/>
            <a:r>
              <a:rPr lang="en-US" sz="2000" dirty="0">
                <a:latin typeface="Times New Roman" panose="02020603050405020304" pitchFamily="18" charset="0"/>
                <a:cs typeface="Times New Roman" panose="02020603050405020304" pitchFamily="18" charset="0"/>
              </a:rPr>
              <a:t>Some computer networks will have a server. A server is a powerful computer that often acts as a central hub for services in a network, </a:t>
            </a:r>
            <a:r>
              <a:rPr lang="en-US" sz="2000" dirty="0" err="1">
                <a:latin typeface="Times New Roman" panose="02020603050405020304" pitchFamily="18" charset="0"/>
                <a:cs typeface="Times New Roman" panose="02020603050405020304" pitchFamily="18" charset="0"/>
              </a:rPr>
              <a:t>eg</a:t>
            </a:r>
            <a:r>
              <a:rPr lang="en-US" sz="2000" dirty="0">
                <a:latin typeface="Times New Roman" panose="02020603050405020304" pitchFamily="18" charset="0"/>
                <a:cs typeface="Times New Roman" panose="02020603050405020304" pitchFamily="18" charset="0"/>
              </a:rPr>
              <a:t> emails, internet access and file storage. Each computer connected to a server is called a client.</a:t>
            </a:r>
          </a:p>
          <a:p>
            <a:pPr algn="just"/>
            <a:r>
              <a:rPr lang="en-US" sz="2000" dirty="0">
                <a:latin typeface="Times New Roman" panose="02020603050405020304" pitchFamily="18" charset="0"/>
                <a:cs typeface="Times New Roman" panose="02020603050405020304" pitchFamily="18" charset="0"/>
              </a:rPr>
              <a:t>A computer that is not connected to a network is called a standalone computer.</a:t>
            </a:r>
          </a:p>
        </p:txBody>
      </p:sp>
    </p:spTree>
    <p:extLst>
      <p:ext uri="{BB962C8B-B14F-4D97-AF65-F5344CB8AC3E}">
        <p14:creationId xmlns:p14="http://schemas.microsoft.com/office/powerpoint/2010/main" val="16630616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6"/>
          <p:cNvSpPr txBox="1">
            <a:spLocks noGrp="1"/>
          </p:cNvSpPr>
          <p:nvPr>
            <p:ph type="title"/>
          </p:nvPr>
        </p:nvSpPr>
        <p:spPr>
          <a:xfrm>
            <a:off x="581465" y="485657"/>
            <a:ext cx="10972800" cy="66789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000"/>
              <a:buNone/>
            </a:pPr>
            <a:r>
              <a:rPr lang="en-US" sz="4000" dirty="0">
                <a:solidFill>
                  <a:schemeClr val="accent1">
                    <a:lumMod val="75000"/>
                  </a:schemeClr>
                </a:solidFill>
                <a:effectLst>
                  <a:outerShdw blurRad="38100" dist="38100" dir="2700000" algn="tl">
                    <a:srgbClr val="000000">
                      <a:alpha val="43137"/>
                    </a:srgbClr>
                  </a:outerShdw>
                </a:effectLst>
                <a:latin typeface="Times New Roman"/>
                <a:ea typeface="Times New Roman"/>
                <a:cs typeface="Times New Roman"/>
                <a:sym typeface="Times New Roman"/>
              </a:rPr>
              <a:t>Objectives</a:t>
            </a:r>
            <a:endParaRPr dirty="0">
              <a:solidFill>
                <a:schemeClr val="accent1">
                  <a:lumMod val="75000"/>
                </a:schemeClr>
              </a:solidFill>
              <a:effectLst>
                <a:outerShdw blurRad="38100" dist="38100" dir="2700000" algn="tl">
                  <a:srgbClr val="000000">
                    <a:alpha val="43137"/>
                  </a:srgbClr>
                </a:outerShdw>
              </a:effectLst>
              <a:latin typeface="Times New Roman"/>
              <a:ea typeface="Times New Roman"/>
              <a:cs typeface="Times New Roman"/>
              <a:sym typeface="Times New Roman"/>
            </a:endParaRPr>
          </a:p>
        </p:txBody>
      </p:sp>
      <p:sp>
        <p:nvSpPr>
          <p:cNvPr id="2" name="Rounded Rectangle 1"/>
          <p:cNvSpPr/>
          <p:nvPr/>
        </p:nvSpPr>
        <p:spPr>
          <a:xfrm>
            <a:off x="1212783" y="1568918"/>
            <a:ext cx="9702265" cy="36576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marL="665226" indent="-514350" algn="just" fontAlgn="base">
              <a:lnSpc>
                <a:spcPct val="150000"/>
              </a:lnSpc>
              <a:buFont typeface="+mj-lt"/>
              <a:buAutoNum type="arabicPeriod"/>
            </a:pPr>
            <a:r>
              <a:rPr lang="en-US" sz="2000" dirty="0" smtClean="0">
                <a:latin typeface="Times New Roman" panose="02020603050405020304" pitchFamily="18" charset="0"/>
                <a:cs typeface="Times New Roman" panose="02020603050405020304" pitchFamily="18" charset="0"/>
              </a:rPr>
              <a:t>To prevent the high cost for this network design.</a:t>
            </a:r>
          </a:p>
          <a:p>
            <a:pPr marL="665226" indent="-514350" algn="just" fontAlgn="base">
              <a:lnSpc>
                <a:spcPct val="150000"/>
              </a:lnSpc>
              <a:buFont typeface="+mj-lt"/>
              <a:buAutoNum type="arabicPeriod"/>
            </a:pPr>
            <a:r>
              <a:rPr lang="en-US" sz="2000" dirty="0" smtClean="0">
                <a:latin typeface="Times New Roman" panose="02020603050405020304" pitchFamily="18" charset="0"/>
                <a:cs typeface="Times New Roman" panose="02020603050405020304" pitchFamily="18" charset="0"/>
              </a:rPr>
              <a:t>Summarization </a:t>
            </a:r>
            <a:r>
              <a:rPr lang="en-US" sz="2000" dirty="0">
                <a:latin typeface="Times New Roman" panose="02020603050405020304" pitchFamily="18" charset="0"/>
                <a:cs typeface="Times New Roman" panose="02020603050405020304" pitchFamily="18" charset="0"/>
              </a:rPr>
              <a:t>reduces the amount of information stored in the routing table and makes the routing process more efficient. </a:t>
            </a:r>
          </a:p>
          <a:p>
            <a:pPr marL="665226" indent="-514350" algn="just" fontAlgn="base">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Dynamic Host Configuration Protocol (DHCP) is useful for automatic configuration of client network interfaces.</a:t>
            </a:r>
          </a:p>
          <a:p>
            <a:pPr marL="665226" indent="-514350" algn="just" fontAlgn="base">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Accessing internet services from organizations</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Methodology</a:t>
            </a:r>
          </a:p>
        </p:txBody>
      </p:sp>
      <p:sp>
        <p:nvSpPr>
          <p:cNvPr id="4" name="Rounded Rectangle 3"/>
          <p:cNvSpPr/>
          <p:nvPr/>
        </p:nvSpPr>
        <p:spPr>
          <a:xfrm>
            <a:off x="1143802" y="1687144"/>
            <a:ext cx="9904396" cy="35875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r>
              <a:rPr lang="en-US" sz="2400" dirty="0">
                <a:latin typeface="Times New Roman" panose="02020603050405020304" pitchFamily="18" charset="0"/>
                <a:cs typeface="Times New Roman" panose="02020603050405020304" pitchFamily="18" charset="0"/>
              </a:rPr>
              <a:t>There are six steps in ensuring this project achieves its objectives. Firstly, the literature  reviews the networking fundamentals, especially on routing and switching processes. Based on the  study, it is known that the routing and switching process is completely complex. There are several  things that need to be considered in the routing process, such as; the path determination, choosing the best algorithm to be used, using the suitable routing protocol, and etc</a:t>
            </a:r>
            <a:r>
              <a:rPr lang="en-US" sz="2800" dirty="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74071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530594"/>
            <a:ext cx="10972800" cy="1143000"/>
          </a:xfrm>
        </p:spPr>
        <p:txBody>
          <a:bodyPr/>
          <a:lstStyle/>
          <a:p>
            <a:pPr algn="ctr"/>
            <a:r>
              <a:rPr lang="en-US"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Scope</a:t>
            </a:r>
          </a:p>
        </p:txBody>
      </p:sp>
      <p:sp>
        <p:nvSpPr>
          <p:cNvPr id="5" name="Rounded Rectangle 4"/>
          <p:cNvSpPr/>
          <p:nvPr/>
        </p:nvSpPr>
        <p:spPr>
          <a:xfrm>
            <a:off x="1251284" y="1963553"/>
            <a:ext cx="9740767" cy="379235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r>
              <a:rPr lang="en-US" sz="2000" dirty="0">
                <a:latin typeface="Times New Roman" panose="02020603050405020304" pitchFamily="18" charset="0"/>
                <a:cs typeface="Times New Roman" panose="02020603050405020304" pitchFamily="18" charset="0"/>
              </a:rPr>
              <a:t>The project is designed for infrastructure where it can be used on a small scale. This project is currently working on a small number of devices but may add more devices and connections in the future. The device consists of various computers, routers, servers, connections and switches built with proper efficiency. Devices and associated connections are limited due to funding concerns of medium or small universities.</a:t>
            </a:r>
          </a:p>
          <a:p>
            <a:pPr algn="just"/>
            <a:r>
              <a:rPr lang="en-US" sz="2000" dirty="0">
                <a:latin typeface="Times New Roman" panose="02020603050405020304" pitchFamily="18" charset="0"/>
                <a:cs typeface="Times New Roman" panose="02020603050405020304" pitchFamily="18" charset="0"/>
              </a:rPr>
              <a:t> </a:t>
            </a:r>
          </a:p>
          <a:p>
            <a:pPr algn="just"/>
            <a:r>
              <a:rPr lang="en-US" sz="2000" dirty="0">
                <a:latin typeface="Times New Roman" panose="02020603050405020304" pitchFamily="18" charset="0"/>
                <a:cs typeface="Times New Roman" panose="02020603050405020304" pitchFamily="18" charset="0"/>
              </a:rPr>
              <a:t>Therefore, anyone can say that the scheme plays an undeniable role in cost containment in due course.</a:t>
            </a:r>
          </a:p>
        </p:txBody>
      </p:sp>
    </p:spTree>
    <p:extLst>
      <p:ext uri="{BB962C8B-B14F-4D97-AF65-F5344CB8AC3E}">
        <p14:creationId xmlns:p14="http://schemas.microsoft.com/office/powerpoint/2010/main" val="28187781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0008" y="3993255"/>
            <a:ext cx="7007192" cy="1050381"/>
          </a:xfrm>
        </p:spPr>
        <p:txBody>
          <a:bodyPr/>
          <a:lstStyle/>
          <a:p>
            <a:pPr algn="l"/>
            <a:r>
              <a:rPr lang="en-US" sz="5400" b="1" dirty="0" err="1"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Prottay</a:t>
            </a:r>
            <a:r>
              <a:rPr lang="en-US" sz="54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5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a:t>
            </a:r>
            <a:r>
              <a:rPr lang="en-US" sz="54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umar Biswas</a:t>
            </a:r>
            <a:endParaRPr lang="en-US" sz="5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210349" y="5043636"/>
            <a:ext cx="3676851" cy="1674798"/>
          </a:xfrm>
        </p:spPr>
        <p:txBody>
          <a:bodyPr>
            <a:noAutofit/>
          </a:bodyPr>
          <a:lstStyle/>
          <a:p>
            <a:r>
              <a:rPr lang="en-US" sz="2400" b="1" dirty="0" smtClean="0">
                <a:solidFill>
                  <a:schemeClr val="bg1"/>
                </a:solidFill>
                <a:latin typeface="Times New Roman" panose="02020603050405020304" pitchFamily="18" charset="0"/>
                <a:cs typeface="Times New Roman" panose="02020603050405020304" pitchFamily="18" charset="0"/>
              </a:rPr>
              <a:t>ID- </a:t>
            </a:r>
            <a:r>
              <a:rPr lang="en-US" sz="2400" dirty="0" smtClean="0">
                <a:solidFill>
                  <a:schemeClr val="bg1"/>
                </a:solidFill>
                <a:latin typeface="Times New Roman" panose="02020603050405020304" pitchFamily="18" charset="0"/>
                <a:cs typeface="Times New Roman" panose="02020603050405020304" pitchFamily="18" charset="0"/>
              </a:rPr>
              <a:t>18191203018</a:t>
            </a:r>
          </a:p>
          <a:p>
            <a:r>
              <a:rPr lang="en-US" sz="2400" b="1" dirty="0" smtClean="0">
                <a:solidFill>
                  <a:schemeClr val="bg1"/>
                </a:solidFill>
                <a:latin typeface="Times New Roman" panose="02020603050405020304" pitchFamily="18" charset="0"/>
                <a:cs typeface="Times New Roman" panose="02020603050405020304" pitchFamily="18" charset="0"/>
              </a:rPr>
              <a:t>Department- </a:t>
            </a:r>
            <a:r>
              <a:rPr lang="en-US" sz="2400" dirty="0" smtClean="0">
                <a:solidFill>
                  <a:schemeClr val="bg1"/>
                </a:solidFill>
                <a:latin typeface="Times New Roman" panose="02020603050405020304" pitchFamily="18" charset="0"/>
                <a:cs typeface="Times New Roman" panose="02020603050405020304" pitchFamily="18" charset="0"/>
              </a:rPr>
              <a:t>CSE</a:t>
            </a:r>
          </a:p>
          <a:p>
            <a:r>
              <a:rPr lang="en-US" sz="2400" b="1" dirty="0" smtClean="0">
                <a:solidFill>
                  <a:schemeClr val="bg1"/>
                </a:solidFill>
                <a:latin typeface="Times New Roman" panose="02020603050405020304" pitchFamily="18" charset="0"/>
                <a:cs typeface="Times New Roman" panose="02020603050405020304" pitchFamily="18" charset="0"/>
              </a:rPr>
              <a:t>Intake- </a:t>
            </a:r>
            <a:r>
              <a:rPr lang="en-US" sz="2400" dirty="0" smtClean="0">
                <a:solidFill>
                  <a:schemeClr val="bg1"/>
                </a:solidFill>
                <a:latin typeface="Times New Roman" panose="02020603050405020304" pitchFamily="18" charset="0"/>
                <a:cs typeface="Times New Roman" panose="02020603050405020304" pitchFamily="18" charset="0"/>
              </a:rPr>
              <a:t>31(Eve)</a:t>
            </a:r>
            <a:endParaRPr lang="en-US"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16792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smtClean="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Hierarchical Internetworking Model</a:t>
            </a:r>
            <a:endParaRPr lang="en-US"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280" y="1501541"/>
            <a:ext cx="10395282" cy="4504623"/>
          </a:xfrm>
          <a:prstGeom prst="rect">
            <a:avLst/>
          </a:prstGeom>
        </p:spPr>
      </p:pic>
    </p:spTree>
    <p:extLst>
      <p:ext uri="{BB962C8B-B14F-4D97-AF65-F5344CB8AC3E}">
        <p14:creationId xmlns:p14="http://schemas.microsoft.com/office/powerpoint/2010/main" val="25280686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Core Layer</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8427" y="3902351"/>
            <a:ext cx="7155145" cy="1641800"/>
          </a:xfrm>
          <a:prstGeom prst="rect">
            <a:avLst/>
          </a:prstGeom>
        </p:spPr>
      </p:pic>
      <p:sp>
        <p:nvSpPr>
          <p:cNvPr id="5" name="Rounded Rectangle 4"/>
          <p:cNvSpPr/>
          <p:nvPr/>
        </p:nvSpPr>
        <p:spPr>
          <a:xfrm>
            <a:off x="1143802" y="1417638"/>
            <a:ext cx="9904396" cy="198008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r>
              <a:rPr lang="en-US" sz="2000" dirty="0">
                <a:latin typeface="Times New Roman" panose="02020603050405020304" pitchFamily="18" charset="0"/>
                <a:cs typeface="Times New Roman" panose="02020603050405020304" pitchFamily="18" charset="0"/>
              </a:rPr>
              <a:t>The core is the backbone of a network, where the internet(internetwork) gateway are located. The core network provides high-speed, highly redundant forwarding services to move packets between distribution-layer devices in different regions of </a:t>
            </a:r>
            <a:r>
              <a:rPr lang="en-US" sz="2000" dirty="0" smtClean="0">
                <a:latin typeface="Times New Roman" panose="02020603050405020304" pitchFamily="18" charset="0"/>
                <a:cs typeface="Times New Roman" panose="02020603050405020304" pitchFamily="18" charset="0"/>
              </a:rPr>
              <a:t>the network</a:t>
            </a:r>
            <a:r>
              <a:rPr lang="en-US" sz="2000" dirty="0" smtClean="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98947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Distribution Layer</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2811" y="1417638"/>
            <a:ext cx="7424561" cy="4713655"/>
          </a:xfrm>
          <a:prstGeom prst="rect">
            <a:avLst/>
          </a:prstGeom>
        </p:spPr>
      </p:pic>
    </p:spTree>
    <p:extLst>
      <p:ext uri="{BB962C8B-B14F-4D97-AF65-F5344CB8AC3E}">
        <p14:creationId xmlns:p14="http://schemas.microsoft.com/office/powerpoint/2010/main" val="8125872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Access Layer</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6530" y="1291738"/>
            <a:ext cx="9654139" cy="4762553"/>
          </a:xfrm>
          <a:prstGeom prst="rect">
            <a:avLst/>
          </a:prstGeom>
        </p:spPr>
      </p:pic>
    </p:spTree>
    <p:extLst>
      <p:ext uri="{BB962C8B-B14F-4D97-AF65-F5344CB8AC3E}">
        <p14:creationId xmlns:p14="http://schemas.microsoft.com/office/powerpoint/2010/main" val="9927350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5"/>
          <p:cNvSpPr/>
          <p:nvPr/>
        </p:nvSpPr>
        <p:spPr>
          <a:xfrm>
            <a:off x="1576252" y="2403566"/>
            <a:ext cx="9239794" cy="1445624"/>
          </a:xfrm>
          <a:prstGeom prst="roundRect">
            <a:avLst>
              <a:gd name="adj" fmla="val 16667"/>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lvl="0" algn="ctr"/>
            <a:r>
              <a:rPr lang="en-US" sz="4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Network Component</a:t>
            </a:r>
            <a:endParaRPr sz="4400" b="1" i="0" u="none" strike="noStrike" cap="none"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25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a:solidFill>
                  <a:schemeClr val="accent1">
                    <a:lumMod val="75000"/>
                  </a:schemeClr>
                </a:solidFill>
                <a:effectLst>
                  <a:outerShdw blurRad="38100" dist="38100" dir="2700000" algn="tl">
                    <a:srgbClr val="000000">
                      <a:alpha val="43137"/>
                    </a:srgbClr>
                  </a:outerShdw>
                </a:effectLst>
              </a:rPr>
              <a:t>Network Component</a:t>
            </a:r>
          </a:p>
        </p:txBody>
      </p:sp>
      <p:sp>
        <p:nvSpPr>
          <p:cNvPr id="4" name="Rounded Rectangle 3">
            <a:extLst>
              <a:ext uri="{FF2B5EF4-FFF2-40B4-BE49-F238E27FC236}">
                <a16:creationId xmlns:a16="http://schemas.microsoft.com/office/drawing/2014/main" id="{70AD05BE-E9C4-F809-A30A-E7A55EE39F44}"/>
              </a:ext>
            </a:extLst>
          </p:cNvPr>
          <p:cNvSpPr/>
          <p:nvPr/>
        </p:nvSpPr>
        <p:spPr>
          <a:xfrm>
            <a:off x="1177490" y="1542330"/>
            <a:ext cx="9837020" cy="427089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marL="150876" indent="0" fontAlgn="base">
              <a:buNone/>
            </a:pPr>
            <a:r>
              <a:rPr lang="en-US" sz="2800" dirty="0">
                <a:latin typeface="Times New Roman" panose="02020603050405020304" pitchFamily="18" charset="0"/>
                <a:cs typeface="Times New Roman" panose="02020603050405020304" pitchFamily="18" charset="0"/>
              </a:rPr>
              <a:t>1.  Packet Tracer</a:t>
            </a:r>
          </a:p>
          <a:p>
            <a:pPr marL="150876" indent="0" fontAlgn="base">
              <a:buNone/>
            </a:pPr>
            <a:r>
              <a:rPr lang="en-US" sz="2800" dirty="0">
                <a:latin typeface="Times New Roman" panose="02020603050405020304" pitchFamily="18" charset="0"/>
                <a:cs typeface="Times New Roman" panose="02020603050405020304" pitchFamily="18" charset="0"/>
              </a:rPr>
              <a:t>2.  PC</a:t>
            </a:r>
          </a:p>
          <a:p>
            <a:pPr marL="150876" indent="0" fontAlgn="base">
              <a:buNone/>
            </a:pPr>
            <a:r>
              <a:rPr lang="en-US" sz="2800" dirty="0">
                <a:latin typeface="Times New Roman" panose="02020603050405020304" pitchFamily="18" charset="0"/>
                <a:cs typeface="Times New Roman" panose="02020603050405020304" pitchFamily="18" charset="0"/>
              </a:rPr>
              <a:t>3.  Router</a:t>
            </a:r>
          </a:p>
          <a:p>
            <a:pPr marL="150876" indent="0" fontAlgn="base">
              <a:buNone/>
            </a:pPr>
            <a:r>
              <a:rPr lang="en-US" sz="2800" dirty="0">
                <a:latin typeface="Times New Roman" panose="02020603050405020304" pitchFamily="18" charset="0"/>
                <a:cs typeface="Times New Roman" panose="02020603050405020304" pitchFamily="18" charset="0"/>
              </a:rPr>
              <a:t>4.  Cable</a:t>
            </a:r>
          </a:p>
          <a:p>
            <a:pPr marL="150876" indent="0" fontAlgn="base">
              <a:buNone/>
            </a:pPr>
            <a:r>
              <a:rPr lang="en-US" sz="2800" dirty="0">
                <a:latin typeface="Times New Roman" panose="02020603050405020304" pitchFamily="18" charset="0"/>
                <a:cs typeface="Times New Roman" panose="02020603050405020304" pitchFamily="18" charset="0"/>
              </a:rPr>
              <a:t>5.  Switch</a:t>
            </a:r>
          </a:p>
          <a:p>
            <a:pPr marL="150876" indent="0" fontAlgn="base">
              <a:buNone/>
            </a:pPr>
            <a:r>
              <a:rPr lang="en-US" sz="2800" dirty="0">
                <a:latin typeface="Times New Roman" panose="02020603050405020304" pitchFamily="18" charset="0"/>
                <a:cs typeface="Times New Roman" panose="02020603050405020304" pitchFamily="18" charset="0"/>
              </a:rPr>
              <a:t>6.  Server</a:t>
            </a:r>
          </a:p>
          <a:p>
            <a:endParaRPr lang="en-US" sz="4000" dirty="0"/>
          </a:p>
        </p:txBody>
      </p:sp>
    </p:spTree>
    <p:extLst>
      <p:ext uri="{BB962C8B-B14F-4D97-AF65-F5344CB8AC3E}">
        <p14:creationId xmlns:p14="http://schemas.microsoft.com/office/powerpoint/2010/main" val="14265370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5"/>
          <p:cNvSpPr/>
          <p:nvPr/>
        </p:nvSpPr>
        <p:spPr>
          <a:xfrm>
            <a:off x="1576252" y="2403566"/>
            <a:ext cx="9239794" cy="1445624"/>
          </a:xfrm>
          <a:prstGeom prst="roundRect">
            <a:avLst>
              <a:gd name="adj" fmla="val 16667"/>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lvl="0" algn="ctr"/>
            <a:r>
              <a:rPr lang="en-US" sz="48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Configuration</a:t>
            </a:r>
            <a:endParaRPr sz="4800" b="1" i="0" u="none" strike="noStrike" cap="none"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Arial"/>
            </a:endParaRPr>
          </a:p>
        </p:txBody>
      </p:sp>
    </p:spTree>
    <p:extLst>
      <p:ext uri="{BB962C8B-B14F-4D97-AF65-F5344CB8AC3E}">
        <p14:creationId xmlns:p14="http://schemas.microsoft.com/office/powerpoint/2010/main" val="3246697904"/>
      </p:ext>
    </p:extLst>
  </p:cSld>
  <p:clrMapOvr>
    <a:masterClrMapping/>
  </p:clrMapOvr>
  <mc:AlternateContent xmlns:mc="http://schemas.openxmlformats.org/markup-compatibility/2006" xmlns:p14="http://schemas.microsoft.com/office/powerpoint/2010/main">
    <mc:Choice Requires="p14">
      <p:transition spd="slow" p14:dur="125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Configuration</a:t>
            </a:r>
          </a:p>
        </p:txBody>
      </p:sp>
      <p:sp>
        <p:nvSpPr>
          <p:cNvPr id="2" name="Round Diagonal Corner Rectangle 1"/>
          <p:cNvSpPr/>
          <p:nvPr/>
        </p:nvSpPr>
        <p:spPr>
          <a:xfrm>
            <a:off x="8845618" y="2479868"/>
            <a:ext cx="2242686" cy="3006533"/>
          </a:xfrm>
          <a:prstGeom prst="round2DiagRect">
            <a:avLst/>
          </a:prstGeom>
        </p:spPr>
        <p:style>
          <a:lnRef idx="2">
            <a:schemeClr val="accent1"/>
          </a:lnRef>
          <a:fillRef idx="1">
            <a:schemeClr val="lt1"/>
          </a:fillRef>
          <a:effectRef idx="0">
            <a:schemeClr val="accent1"/>
          </a:effectRef>
          <a:fontRef idx="minor">
            <a:schemeClr val="dk1"/>
          </a:fontRef>
        </p:style>
        <p:txBody>
          <a:bodyPr rtlCol="0" anchor="ctr"/>
          <a:lstStyle/>
          <a:p>
            <a:pPr marL="436626" indent="-285750">
              <a:buFont typeface="Courier New" panose="02070309020205020404" pitchFamily="49" charset="0"/>
              <a:buChar char="o"/>
            </a:pPr>
            <a:r>
              <a:rPr lang="en-US" sz="1800" dirty="0" err="1" smtClean="0">
                <a:solidFill>
                  <a:schemeClr val="tx2">
                    <a:lumMod val="10000"/>
                  </a:schemeClr>
                </a:solidFill>
                <a:latin typeface="Times New Roman" panose="02020603050405020304" pitchFamily="18" charset="0"/>
                <a:cs typeface="Times New Roman" panose="02020603050405020304" pitchFamily="18" charset="0"/>
              </a:rPr>
              <a:t>FtpServer</a:t>
            </a:r>
            <a:endParaRPr lang="en-US" sz="1800" dirty="0" smtClean="0">
              <a:solidFill>
                <a:schemeClr val="tx2">
                  <a:lumMod val="10000"/>
                </a:schemeClr>
              </a:solidFill>
              <a:latin typeface="Times New Roman" panose="02020603050405020304" pitchFamily="18" charset="0"/>
              <a:cs typeface="Times New Roman" panose="02020603050405020304" pitchFamily="18" charset="0"/>
            </a:endParaRPr>
          </a:p>
          <a:p>
            <a:pPr marL="436626" indent="-285750">
              <a:buFont typeface="Courier New" panose="02070309020205020404" pitchFamily="49" charset="0"/>
              <a:buChar char="o"/>
            </a:pPr>
            <a:r>
              <a:rPr lang="en-US" sz="1800" dirty="0" err="1" smtClean="0">
                <a:solidFill>
                  <a:schemeClr val="tx2">
                    <a:lumMod val="10000"/>
                  </a:schemeClr>
                </a:solidFill>
                <a:latin typeface="Times New Roman" panose="02020603050405020304" pitchFamily="18" charset="0"/>
                <a:cs typeface="Times New Roman" panose="02020603050405020304" pitchFamily="18" charset="0"/>
              </a:rPr>
              <a:t>Smtp</a:t>
            </a:r>
            <a:r>
              <a:rPr lang="en-US" sz="1800" dirty="0" smtClean="0">
                <a:solidFill>
                  <a:schemeClr val="tx2">
                    <a:lumMod val="10000"/>
                  </a:schemeClr>
                </a:solidFill>
                <a:latin typeface="Times New Roman" panose="02020603050405020304" pitchFamily="18" charset="0"/>
                <a:cs typeface="Times New Roman" panose="02020603050405020304" pitchFamily="18" charset="0"/>
              </a:rPr>
              <a:t> Server</a:t>
            </a:r>
            <a:endParaRPr lang="en-US" sz="1800" dirty="0">
              <a:solidFill>
                <a:schemeClr val="tx2">
                  <a:lumMod val="10000"/>
                </a:schemeClr>
              </a:solidFill>
              <a:latin typeface="Times New Roman" panose="02020603050405020304" pitchFamily="18" charset="0"/>
              <a:cs typeface="Times New Roman" panose="02020603050405020304" pitchFamily="18" charset="0"/>
            </a:endParaRPr>
          </a:p>
          <a:p>
            <a:pPr marL="436626" indent="-285750">
              <a:buFont typeface="Courier New" panose="02070309020205020404" pitchFamily="49" charset="0"/>
              <a:buChar char="o"/>
            </a:pPr>
            <a:endParaRPr lang="en-US" sz="1800" dirty="0">
              <a:solidFill>
                <a:schemeClr val="tx2">
                  <a:lumMod val="10000"/>
                </a:schemeClr>
              </a:solidFill>
              <a:latin typeface="Times New Roman" panose="02020603050405020304" pitchFamily="18" charset="0"/>
              <a:cs typeface="Times New Roman" panose="02020603050405020304" pitchFamily="18" charset="0"/>
            </a:endParaRPr>
          </a:p>
        </p:txBody>
      </p:sp>
      <p:sp>
        <p:nvSpPr>
          <p:cNvPr id="8" name="Round Diagonal Corner Rectangle 7"/>
          <p:cNvSpPr/>
          <p:nvPr/>
        </p:nvSpPr>
        <p:spPr>
          <a:xfrm>
            <a:off x="6197065" y="2569583"/>
            <a:ext cx="2379043" cy="3006533"/>
          </a:xfrm>
          <a:prstGeom prst="round2DiagRect">
            <a:avLst/>
          </a:prstGeom>
        </p:spPr>
        <p:style>
          <a:lnRef idx="2">
            <a:schemeClr val="accent1"/>
          </a:lnRef>
          <a:fillRef idx="1">
            <a:schemeClr val="lt1"/>
          </a:fillRef>
          <a:effectRef idx="0">
            <a:schemeClr val="accent1"/>
          </a:effectRef>
          <a:fontRef idx="minor">
            <a:schemeClr val="dk1"/>
          </a:fontRef>
        </p:style>
        <p:txBody>
          <a:bodyPr rtlCol="0" anchor="ctr"/>
          <a:lstStyle/>
          <a:p>
            <a:pPr marL="436626" indent="-285750">
              <a:buFont typeface="Courier New" panose="02070309020205020404" pitchFamily="49" charset="0"/>
              <a:buChar char="o"/>
            </a:pPr>
            <a:r>
              <a:rPr lang="en-US" sz="1800" dirty="0">
                <a:solidFill>
                  <a:schemeClr val="tx2">
                    <a:lumMod val="10000"/>
                  </a:schemeClr>
                </a:solidFill>
                <a:latin typeface="Times New Roman" panose="02020603050405020304" pitchFamily="18" charset="0"/>
                <a:cs typeface="Times New Roman" panose="02020603050405020304" pitchFamily="18" charset="0"/>
              </a:rPr>
              <a:t>VLAN</a:t>
            </a:r>
          </a:p>
          <a:p>
            <a:pPr marL="436626" indent="-285750">
              <a:buFont typeface="Courier New" panose="02070309020205020404" pitchFamily="49" charset="0"/>
              <a:buChar char="o"/>
            </a:pPr>
            <a:r>
              <a:rPr lang="en-US" sz="1800" dirty="0" smtClean="0">
                <a:solidFill>
                  <a:schemeClr val="tx2">
                    <a:lumMod val="10000"/>
                  </a:schemeClr>
                </a:solidFill>
                <a:latin typeface="Times New Roman" panose="02020603050405020304" pitchFamily="18" charset="0"/>
                <a:cs typeface="Times New Roman" panose="02020603050405020304" pitchFamily="18" charset="0"/>
              </a:rPr>
              <a:t>Telnet</a:t>
            </a:r>
          </a:p>
          <a:p>
            <a:pPr marL="436626" indent="-285750">
              <a:buFont typeface="Courier New" panose="02070309020205020404" pitchFamily="49" charset="0"/>
              <a:buChar char="o"/>
            </a:pPr>
            <a:r>
              <a:rPr lang="en-US" sz="1800" dirty="0">
                <a:solidFill>
                  <a:schemeClr val="tx2">
                    <a:lumMod val="10000"/>
                  </a:schemeClr>
                </a:solidFill>
                <a:latin typeface="Times New Roman" panose="02020603050405020304" pitchFamily="18" charset="0"/>
                <a:cs typeface="Times New Roman" panose="02020603050405020304" pitchFamily="18" charset="0"/>
              </a:rPr>
              <a:t>SSH</a:t>
            </a:r>
          </a:p>
          <a:p>
            <a:pPr marL="436626" indent="-285750">
              <a:buFont typeface="Courier New" panose="02070309020205020404" pitchFamily="49" charset="0"/>
              <a:buChar char="o"/>
            </a:pPr>
            <a:r>
              <a:rPr lang="en-US" sz="1800" dirty="0" err="1">
                <a:solidFill>
                  <a:schemeClr val="tx2">
                    <a:lumMod val="10000"/>
                  </a:schemeClr>
                </a:solidFill>
                <a:latin typeface="Times New Roman" panose="02020603050405020304" pitchFamily="18" charset="0"/>
                <a:cs typeface="Times New Roman" panose="02020603050405020304" pitchFamily="18" charset="0"/>
              </a:rPr>
              <a:t>HostName</a:t>
            </a:r>
            <a:r>
              <a:rPr lang="en-US" sz="1800" dirty="0">
                <a:solidFill>
                  <a:schemeClr val="tx2">
                    <a:lumMod val="10000"/>
                  </a:schemeClr>
                </a:solidFill>
                <a:latin typeface="Times New Roman" panose="02020603050405020304" pitchFamily="18" charset="0"/>
                <a:cs typeface="Times New Roman" panose="02020603050405020304" pitchFamily="18" charset="0"/>
              </a:rPr>
              <a:t> Change</a:t>
            </a:r>
          </a:p>
          <a:p>
            <a:pPr marL="436626" indent="-285750">
              <a:buFont typeface="Courier New" panose="02070309020205020404" pitchFamily="49" charset="0"/>
              <a:buChar char="o"/>
            </a:pPr>
            <a:r>
              <a:rPr lang="en-US" sz="1800" dirty="0">
                <a:solidFill>
                  <a:schemeClr val="tx2">
                    <a:lumMod val="10000"/>
                  </a:schemeClr>
                </a:solidFill>
                <a:latin typeface="Times New Roman" panose="02020603050405020304" pitchFamily="18" charset="0"/>
                <a:cs typeface="Times New Roman" panose="02020603050405020304" pitchFamily="18" charset="0"/>
              </a:rPr>
              <a:t>Banner Change</a:t>
            </a:r>
          </a:p>
          <a:p>
            <a:pPr marL="436626" indent="-285750">
              <a:buFont typeface="Courier New" panose="02070309020205020404" pitchFamily="49" charset="0"/>
              <a:buChar char="o"/>
            </a:pPr>
            <a:endParaRPr lang="en-US" sz="1800" dirty="0">
              <a:solidFill>
                <a:schemeClr val="tx2">
                  <a:lumMod val="10000"/>
                </a:schemeClr>
              </a:solidFill>
              <a:latin typeface="Times New Roman" panose="02020603050405020304" pitchFamily="18" charset="0"/>
              <a:cs typeface="Times New Roman" panose="02020603050405020304" pitchFamily="18" charset="0"/>
            </a:endParaRPr>
          </a:p>
        </p:txBody>
      </p:sp>
      <p:sp>
        <p:nvSpPr>
          <p:cNvPr id="9" name="Round Diagonal Corner Rectangle 8"/>
          <p:cNvSpPr/>
          <p:nvPr/>
        </p:nvSpPr>
        <p:spPr>
          <a:xfrm>
            <a:off x="3471512" y="2569583"/>
            <a:ext cx="2319688" cy="3006533"/>
          </a:xfrm>
          <a:prstGeom prst="round2DiagRect">
            <a:avLst/>
          </a:prstGeom>
        </p:spPr>
        <p:style>
          <a:lnRef idx="2">
            <a:schemeClr val="accent1"/>
          </a:lnRef>
          <a:fillRef idx="1">
            <a:schemeClr val="lt1"/>
          </a:fillRef>
          <a:effectRef idx="0">
            <a:schemeClr val="accent1"/>
          </a:effectRef>
          <a:fontRef idx="minor">
            <a:schemeClr val="dk1"/>
          </a:fontRef>
        </p:style>
        <p:txBody>
          <a:bodyPr rtlCol="0" anchor="ctr"/>
          <a:lstStyle/>
          <a:p>
            <a:pPr marL="436626" indent="-285750">
              <a:buFont typeface="Courier New" panose="02070309020205020404" pitchFamily="49" charset="0"/>
              <a:buChar char="o"/>
            </a:pPr>
            <a:r>
              <a:rPr lang="en-US" sz="1800" dirty="0">
                <a:solidFill>
                  <a:schemeClr val="tx2">
                    <a:lumMod val="10000"/>
                  </a:schemeClr>
                </a:solidFill>
                <a:latin typeface="Times New Roman" panose="02020603050405020304" pitchFamily="18" charset="0"/>
                <a:cs typeface="Times New Roman" panose="02020603050405020304" pitchFamily="18" charset="0"/>
              </a:rPr>
              <a:t>OSPF</a:t>
            </a:r>
          </a:p>
          <a:p>
            <a:pPr marL="436626" indent="-285750">
              <a:buFont typeface="Courier New" panose="02070309020205020404" pitchFamily="49" charset="0"/>
              <a:buChar char="o"/>
            </a:pPr>
            <a:r>
              <a:rPr lang="en-US" sz="1800" dirty="0" smtClean="0">
                <a:solidFill>
                  <a:schemeClr val="tx2">
                    <a:lumMod val="10000"/>
                  </a:schemeClr>
                </a:solidFill>
                <a:latin typeface="Times New Roman" panose="02020603050405020304" pitchFamily="18" charset="0"/>
                <a:cs typeface="Times New Roman" panose="02020603050405020304" pitchFamily="18" charset="0"/>
              </a:rPr>
              <a:t>HSRP</a:t>
            </a:r>
            <a:endParaRPr lang="en-US" sz="1800" dirty="0">
              <a:solidFill>
                <a:schemeClr val="tx2">
                  <a:lumMod val="10000"/>
                </a:schemeClr>
              </a:solidFill>
              <a:latin typeface="Times New Roman" panose="02020603050405020304" pitchFamily="18" charset="0"/>
              <a:cs typeface="Times New Roman" panose="02020603050405020304" pitchFamily="18" charset="0"/>
            </a:endParaRPr>
          </a:p>
          <a:p>
            <a:pPr marL="436626" indent="-285750">
              <a:buFont typeface="Courier New" panose="02070309020205020404" pitchFamily="49" charset="0"/>
              <a:buChar char="o"/>
            </a:pPr>
            <a:r>
              <a:rPr lang="en-US" sz="1800" dirty="0" smtClean="0">
                <a:solidFill>
                  <a:schemeClr val="tx2">
                    <a:lumMod val="10000"/>
                  </a:schemeClr>
                </a:solidFill>
                <a:latin typeface="Times New Roman" panose="02020603050405020304" pitchFamily="18" charset="0"/>
                <a:cs typeface="Times New Roman" panose="02020603050405020304" pitchFamily="18" charset="0"/>
              </a:rPr>
              <a:t>DHCP</a:t>
            </a:r>
            <a:endParaRPr lang="en-US" sz="1800" dirty="0">
              <a:solidFill>
                <a:schemeClr val="tx2">
                  <a:lumMod val="10000"/>
                </a:schemeClr>
              </a:solidFill>
              <a:latin typeface="Times New Roman" panose="02020603050405020304" pitchFamily="18" charset="0"/>
              <a:cs typeface="Times New Roman" panose="02020603050405020304" pitchFamily="18" charset="0"/>
            </a:endParaRPr>
          </a:p>
          <a:p>
            <a:pPr marL="436626" indent="-285750">
              <a:buFont typeface="Courier New" panose="02070309020205020404" pitchFamily="49" charset="0"/>
              <a:buChar char="o"/>
            </a:pPr>
            <a:r>
              <a:rPr lang="en-US" sz="1800" dirty="0" err="1" smtClean="0">
                <a:solidFill>
                  <a:schemeClr val="tx2">
                    <a:lumMod val="10000"/>
                  </a:schemeClr>
                </a:solidFill>
                <a:latin typeface="Times New Roman" panose="02020603050405020304" pitchFamily="18" charset="0"/>
                <a:cs typeface="Times New Roman" panose="02020603050405020304" pitchFamily="18" charset="0"/>
              </a:rPr>
              <a:t>Vlan</a:t>
            </a:r>
            <a:endParaRPr lang="en-US" sz="1800" dirty="0">
              <a:solidFill>
                <a:schemeClr val="tx2">
                  <a:lumMod val="10000"/>
                </a:schemeClr>
              </a:solidFill>
              <a:latin typeface="Times New Roman" panose="02020603050405020304" pitchFamily="18" charset="0"/>
              <a:cs typeface="Times New Roman" panose="02020603050405020304" pitchFamily="18" charset="0"/>
            </a:endParaRPr>
          </a:p>
          <a:p>
            <a:pPr marL="436626" indent="-285750">
              <a:buFont typeface="Courier New" panose="02070309020205020404" pitchFamily="49" charset="0"/>
              <a:buChar char="o"/>
            </a:pPr>
            <a:r>
              <a:rPr lang="en-US" sz="1800" dirty="0" smtClean="0">
                <a:solidFill>
                  <a:schemeClr val="tx2">
                    <a:lumMod val="10000"/>
                  </a:schemeClr>
                </a:solidFill>
                <a:latin typeface="Times New Roman" panose="02020603050405020304" pitchFamily="18" charset="0"/>
                <a:cs typeface="Times New Roman" panose="02020603050405020304" pitchFamily="18" charset="0"/>
              </a:rPr>
              <a:t>SSH</a:t>
            </a:r>
            <a:endParaRPr lang="en-US" sz="1800" dirty="0">
              <a:solidFill>
                <a:schemeClr val="tx2">
                  <a:lumMod val="10000"/>
                </a:schemeClr>
              </a:solidFill>
              <a:latin typeface="Times New Roman" panose="02020603050405020304" pitchFamily="18" charset="0"/>
              <a:cs typeface="Times New Roman" panose="02020603050405020304" pitchFamily="18" charset="0"/>
            </a:endParaRPr>
          </a:p>
          <a:p>
            <a:pPr marL="436626" indent="-285750">
              <a:buFont typeface="Courier New" panose="02070309020205020404" pitchFamily="49" charset="0"/>
              <a:buChar char="o"/>
            </a:pPr>
            <a:r>
              <a:rPr lang="en-US" sz="1800" dirty="0" err="1" smtClean="0">
                <a:solidFill>
                  <a:schemeClr val="tx2">
                    <a:lumMod val="10000"/>
                  </a:schemeClr>
                </a:solidFill>
                <a:latin typeface="Times New Roman" panose="02020603050405020304" pitchFamily="18" charset="0"/>
                <a:cs typeface="Times New Roman" panose="02020603050405020304" pitchFamily="18" charset="0"/>
              </a:rPr>
              <a:t>HostName</a:t>
            </a:r>
            <a:r>
              <a:rPr lang="en-US" sz="1800" dirty="0" smtClean="0">
                <a:solidFill>
                  <a:schemeClr val="tx2">
                    <a:lumMod val="10000"/>
                  </a:schemeClr>
                </a:solidFill>
                <a:latin typeface="Times New Roman" panose="02020603050405020304" pitchFamily="18" charset="0"/>
                <a:cs typeface="Times New Roman" panose="02020603050405020304" pitchFamily="18" charset="0"/>
              </a:rPr>
              <a:t> </a:t>
            </a:r>
            <a:r>
              <a:rPr lang="en-US" sz="1800" dirty="0">
                <a:solidFill>
                  <a:schemeClr val="tx2">
                    <a:lumMod val="10000"/>
                  </a:schemeClr>
                </a:solidFill>
                <a:latin typeface="Times New Roman" panose="02020603050405020304" pitchFamily="18" charset="0"/>
                <a:cs typeface="Times New Roman" panose="02020603050405020304" pitchFamily="18" charset="0"/>
              </a:rPr>
              <a:t>Change</a:t>
            </a:r>
          </a:p>
          <a:p>
            <a:pPr marL="436626" indent="-285750">
              <a:buFont typeface="Courier New" panose="02070309020205020404" pitchFamily="49" charset="0"/>
              <a:buChar char="o"/>
            </a:pPr>
            <a:r>
              <a:rPr lang="en-US" sz="1800" dirty="0" smtClean="0">
                <a:solidFill>
                  <a:schemeClr val="tx2">
                    <a:lumMod val="10000"/>
                  </a:schemeClr>
                </a:solidFill>
                <a:latin typeface="Times New Roman" panose="02020603050405020304" pitchFamily="18" charset="0"/>
                <a:cs typeface="Times New Roman" panose="02020603050405020304" pitchFamily="18" charset="0"/>
              </a:rPr>
              <a:t>Banner </a:t>
            </a:r>
            <a:r>
              <a:rPr lang="en-US" sz="1800" dirty="0">
                <a:solidFill>
                  <a:schemeClr val="tx2">
                    <a:lumMod val="10000"/>
                  </a:schemeClr>
                </a:solidFill>
                <a:latin typeface="Times New Roman" panose="02020603050405020304" pitchFamily="18" charset="0"/>
                <a:cs typeface="Times New Roman" panose="02020603050405020304" pitchFamily="18" charset="0"/>
              </a:rPr>
              <a:t>Change</a:t>
            </a:r>
          </a:p>
        </p:txBody>
      </p:sp>
      <p:sp>
        <p:nvSpPr>
          <p:cNvPr id="10" name="Round Diagonal Corner Rectangle 9"/>
          <p:cNvSpPr/>
          <p:nvPr/>
        </p:nvSpPr>
        <p:spPr>
          <a:xfrm>
            <a:off x="745958" y="2569583"/>
            <a:ext cx="2242686" cy="3006533"/>
          </a:xfrm>
          <a:prstGeom prst="round2DiagRect">
            <a:avLst/>
          </a:prstGeom>
        </p:spPr>
        <p:style>
          <a:lnRef idx="2">
            <a:schemeClr val="accent1"/>
          </a:lnRef>
          <a:fillRef idx="1">
            <a:schemeClr val="lt1"/>
          </a:fillRef>
          <a:effectRef idx="0">
            <a:schemeClr val="accent1"/>
          </a:effectRef>
          <a:fontRef idx="minor">
            <a:schemeClr val="dk1"/>
          </a:fontRef>
        </p:style>
        <p:txBody>
          <a:bodyPr rtlCol="0" anchor="ctr"/>
          <a:lstStyle/>
          <a:p>
            <a:pPr marL="493776" indent="-342900">
              <a:buFont typeface="Courier New" panose="02070309020205020404" pitchFamily="49" charset="0"/>
              <a:buChar char="o"/>
            </a:pPr>
            <a:r>
              <a:rPr lang="en-US" sz="2000" dirty="0">
                <a:solidFill>
                  <a:schemeClr val="tx2">
                    <a:lumMod val="10000"/>
                  </a:schemeClr>
                </a:solidFill>
                <a:latin typeface="Times New Roman" panose="02020603050405020304" pitchFamily="18" charset="0"/>
                <a:cs typeface="Times New Roman" panose="02020603050405020304" pitchFamily="18" charset="0"/>
              </a:rPr>
              <a:t>OSPF</a:t>
            </a:r>
          </a:p>
          <a:p>
            <a:pPr marL="493776" indent="-342900">
              <a:buFont typeface="Courier New" panose="02070309020205020404" pitchFamily="49" charset="0"/>
              <a:buChar char="o"/>
            </a:pPr>
            <a:r>
              <a:rPr lang="en-US" sz="2000" dirty="0" smtClean="0">
                <a:solidFill>
                  <a:schemeClr val="tx2">
                    <a:lumMod val="10000"/>
                  </a:schemeClr>
                </a:solidFill>
                <a:latin typeface="Times New Roman" panose="02020603050405020304" pitchFamily="18" charset="0"/>
                <a:cs typeface="Times New Roman" panose="02020603050405020304" pitchFamily="18" charset="0"/>
              </a:rPr>
              <a:t>HSRP</a:t>
            </a:r>
            <a:endParaRPr lang="en-US" sz="2000" dirty="0">
              <a:solidFill>
                <a:schemeClr val="tx2">
                  <a:lumMod val="10000"/>
                </a:schemeClr>
              </a:solidFill>
              <a:latin typeface="Times New Roman" panose="02020603050405020304" pitchFamily="18" charset="0"/>
              <a:cs typeface="Times New Roman" panose="02020603050405020304" pitchFamily="18" charset="0"/>
            </a:endParaRPr>
          </a:p>
        </p:txBody>
      </p:sp>
      <p:sp>
        <p:nvSpPr>
          <p:cNvPr id="11" name="Round Diagonal Corner Rectangle 10"/>
          <p:cNvSpPr/>
          <p:nvPr/>
        </p:nvSpPr>
        <p:spPr>
          <a:xfrm>
            <a:off x="745958" y="2064014"/>
            <a:ext cx="2242686" cy="415854"/>
          </a:xfrm>
          <a:prstGeom prst="round2DiagRect">
            <a:avLst/>
          </a:prstGeom>
        </p:spPr>
        <p:style>
          <a:lnRef idx="2">
            <a:schemeClr val="accent1"/>
          </a:lnRef>
          <a:fillRef idx="1">
            <a:schemeClr val="lt1"/>
          </a:fillRef>
          <a:effectRef idx="0">
            <a:schemeClr val="accent1"/>
          </a:effectRef>
          <a:fontRef idx="minor">
            <a:schemeClr val="dk1"/>
          </a:fontRef>
        </p:style>
        <p:txBody>
          <a:bodyPr rtlCol="0" anchor="ctr"/>
          <a:lstStyle/>
          <a:p>
            <a:pPr marL="150876" algn="ctr"/>
            <a:r>
              <a:rPr lang="en-US" sz="2000" b="1" dirty="0" smtClean="0">
                <a:solidFill>
                  <a:schemeClr val="tx2">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Router</a:t>
            </a:r>
            <a:endParaRPr lang="en-US" sz="2000" b="1" dirty="0">
              <a:solidFill>
                <a:schemeClr val="tx2">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 name="Round Diagonal Corner Rectangle 11"/>
          <p:cNvSpPr/>
          <p:nvPr/>
        </p:nvSpPr>
        <p:spPr>
          <a:xfrm>
            <a:off x="3471512" y="2064014"/>
            <a:ext cx="2319688" cy="415854"/>
          </a:xfrm>
          <a:prstGeom prst="round2DiagRect">
            <a:avLst/>
          </a:prstGeom>
        </p:spPr>
        <p:style>
          <a:lnRef idx="2">
            <a:schemeClr val="accent1"/>
          </a:lnRef>
          <a:fillRef idx="1">
            <a:schemeClr val="lt1"/>
          </a:fillRef>
          <a:effectRef idx="0">
            <a:schemeClr val="accent1"/>
          </a:effectRef>
          <a:fontRef idx="minor">
            <a:schemeClr val="dk1"/>
          </a:fontRef>
        </p:style>
        <p:txBody>
          <a:bodyPr rtlCol="0" anchor="ctr"/>
          <a:lstStyle/>
          <a:p>
            <a:pPr marL="150876" algn="ctr"/>
            <a:r>
              <a:rPr lang="en-US" sz="2000" b="1" dirty="0" smtClean="0">
                <a:solidFill>
                  <a:schemeClr val="tx2">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Layer 3 Switch</a:t>
            </a:r>
            <a:endParaRPr lang="en-US" sz="2000" b="1" dirty="0">
              <a:solidFill>
                <a:schemeClr val="tx2">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3" name="Round Diagonal Corner Rectangle 12"/>
          <p:cNvSpPr/>
          <p:nvPr/>
        </p:nvSpPr>
        <p:spPr>
          <a:xfrm>
            <a:off x="6310964" y="2058596"/>
            <a:ext cx="2265144" cy="415854"/>
          </a:xfrm>
          <a:prstGeom prst="round2DiagRect">
            <a:avLst/>
          </a:prstGeom>
        </p:spPr>
        <p:style>
          <a:lnRef idx="2">
            <a:schemeClr val="accent1"/>
          </a:lnRef>
          <a:fillRef idx="1">
            <a:schemeClr val="lt1"/>
          </a:fillRef>
          <a:effectRef idx="0">
            <a:schemeClr val="accent1"/>
          </a:effectRef>
          <a:fontRef idx="minor">
            <a:schemeClr val="dk1"/>
          </a:fontRef>
        </p:style>
        <p:txBody>
          <a:bodyPr rtlCol="0" anchor="ctr"/>
          <a:lstStyle/>
          <a:p>
            <a:pPr marL="150876" algn="ctr"/>
            <a:r>
              <a:rPr lang="en-US" sz="2000" b="1" dirty="0" smtClean="0">
                <a:solidFill>
                  <a:schemeClr val="tx2">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Layer 2 Switch</a:t>
            </a:r>
            <a:endParaRPr lang="en-US" sz="2000" b="1" dirty="0">
              <a:solidFill>
                <a:schemeClr val="tx2">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4" name="Round Diagonal Corner Rectangle 13"/>
          <p:cNvSpPr/>
          <p:nvPr/>
        </p:nvSpPr>
        <p:spPr>
          <a:xfrm>
            <a:off x="8845618" y="1976661"/>
            <a:ext cx="2242686" cy="415854"/>
          </a:xfrm>
          <a:prstGeom prst="round2DiagRect">
            <a:avLst/>
          </a:prstGeom>
        </p:spPr>
        <p:style>
          <a:lnRef idx="2">
            <a:schemeClr val="accent1"/>
          </a:lnRef>
          <a:fillRef idx="1">
            <a:schemeClr val="lt1"/>
          </a:fillRef>
          <a:effectRef idx="0">
            <a:schemeClr val="accent1"/>
          </a:effectRef>
          <a:fontRef idx="minor">
            <a:schemeClr val="dk1"/>
          </a:fontRef>
        </p:style>
        <p:txBody>
          <a:bodyPr rtlCol="0" anchor="ctr"/>
          <a:lstStyle/>
          <a:p>
            <a:pPr marL="150876" algn="ctr"/>
            <a:r>
              <a:rPr lang="en-US" sz="2000" b="1" dirty="0" smtClean="0">
                <a:solidFill>
                  <a:schemeClr val="tx2">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Server</a:t>
            </a:r>
            <a:endParaRPr lang="en-US" sz="2000" b="1" dirty="0">
              <a:solidFill>
                <a:schemeClr val="tx2">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07308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VLAN</a:t>
            </a:r>
          </a:p>
        </p:txBody>
      </p:sp>
      <p:sp>
        <p:nvSpPr>
          <p:cNvPr id="4" name="Parallelogram 3"/>
          <p:cNvSpPr/>
          <p:nvPr/>
        </p:nvSpPr>
        <p:spPr>
          <a:xfrm>
            <a:off x="397842" y="1600518"/>
            <a:ext cx="5512067" cy="3837756"/>
          </a:xfrm>
          <a:prstGeom prst="parallelogram">
            <a:avLst/>
          </a:prstGeom>
        </p:spPr>
        <p:style>
          <a:lnRef idx="3">
            <a:schemeClr val="lt1"/>
          </a:lnRef>
          <a:fillRef idx="1">
            <a:schemeClr val="accent1"/>
          </a:fillRef>
          <a:effectRef idx="1">
            <a:schemeClr val="accent1"/>
          </a:effectRef>
          <a:fontRef idx="minor">
            <a:schemeClr val="lt1"/>
          </a:fontRef>
        </p:style>
        <p:txBody>
          <a:bodyPr rtlCol="0" anchor="ctr"/>
          <a:lstStyle/>
          <a:p>
            <a:pPr algn="just"/>
            <a:r>
              <a:rPr lang="en-US" sz="1800" dirty="0"/>
              <a:t>A LAN is a grouping of two or more devices on a network. A VLAN is a virtual LAN, a subgroup within a local network.</a:t>
            </a:r>
          </a:p>
          <a:p>
            <a:pPr algn="just"/>
            <a:r>
              <a:rPr lang="en-US" sz="1800" dirty="0"/>
              <a:t>VLANs make it easy for network administrators to separate a single switched network into multiple groups to match the functional and security requirements of their systems.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4178" y="2589196"/>
            <a:ext cx="5406389" cy="3264983"/>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74190325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TELNET</a:t>
            </a:r>
          </a:p>
        </p:txBody>
      </p:sp>
      <p:sp>
        <p:nvSpPr>
          <p:cNvPr id="4" name="Parallelogram 3"/>
          <p:cNvSpPr/>
          <p:nvPr/>
        </p:nvSpPr>
        <p:spPr>
          <a:xfrm>
            <a:off x="731520" y="1417638"/>
            <a:ext cx="5255394" cy="4386396"/>
          </a:xfrm>
          <a:prstGeom prst="parallelogram">
            <a:avLst/>
          </a:prstGeom>
        </p:spPr>
        <p:style>
          <a:lnRef idx="3">
            <a:schemeClr val="lt1"/>
          </a:lnRef>
          <a:fillRef idx="1">
            <a:schemeClr val="accent1"/>
          </a:fillRef>
          <a:effectRef idx="1">
            <a:schemeClr val="accent1"/>
          </a:effectRef>
          <a:fontRef idx="minor">
            <a:schemeClr val="lt1"/>
          </a:fontRef>
        </p:style>
        <p:txBody>
          <a:bodyPr rtlCol="0" anchor="ctr"/>
          <a:lstStyle/>
          <a:p>
            <a:pPr algn="just"/>
            <a:r>
              <a:rPr lang="en-US" sz="2000" dirty="0"/>
              <a:t>Telnet is a user command and an underlying TCP/IP protocol for accessing remote computers. Through Telnet, an administrator or another user can access someone else's computer remotely.</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6914" y="2219309"/>
            <a:ext cx="5405675" cy="3016835"/>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7553104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11530" y="4041382"/>
            <a:ext cx="6497052" cy="1050381"/>
          </a:xfrm>
        </p:spPr>
        <p:txBody>
          <a:bodyPr/>
          <a:lstStyle/>
          <a:p>
            <a:pPr algn="l"/>
            <a:r>
              <a:rPr lang="en-US" sz="5400" b="1" dirty="0"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Md. Aminur </a:t>
            </a:r>
            <a:r>
              <a:rPr lang="en-US" sz="5400" b="1" dirty="0" err="1"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Rhman</a:t>
            </a:r>
            <a:endParaRPr lang="en-US" sz="5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162222" y="5091763"/>
            <a:ext cx="3676851" cy="1674798"/>
          </a:xfrm>
        </p:spPr>
        <p:txBody>
          <a:bodyPr>
            <a:noAutofit/>
          </a:bodyPr>
          <a:lstStyle/>
          <a:p>
            <a:r>
              <a:rPr lang="en-US" sz="2400" b="1" dirty="0" smtClean="0">
                <a:solidFill>
                  <a:schemeClr val="bg1"/>
                </a:solidFill>
              </a:rPr>
              <a:t>ID- </a:t>
            </a:r>
            <a:r>
              <a:rPr lang="en-US" sz="2400" dirty="0" smtClean="0">
                <a:solidFill>
                  <a:schemeClr val="bg1"/>
                </a:solidFill>
              </a:rPr>
              <a:t>18191203013</a:t>
            </a:r>
          </a:p>
          <a:p>
            <a:r>
              <a:rPr lang="en-US" sz="2400" b="1" dirty="0" smtClean="0">
                <a:solidFill>
                  <a:schemeClr val="bg1"/>
                </a:solidFill>
              </a:rPr>
              <a:t>Department- </a:t>
            </a:r>
            <a:r>
              <a:rPr lang="en-US" sz="2400" dirty="0" smtClean="0">
                <a:solidFill>
                  <a:schemeClr val="bg1"/>
                </a:solidFill>
              </a:rPr>
              <a:t>CSE</a:t>
            </a:r>
          </a:p>
          <a:p>
            <a:r>
              <a:rPr lang="en-US" sz="2400" b="1" dirty="0" smtClean="0">
                <a:solidFill>
                  <a:schemeClr val="bg1"/>
                </a:solidFill>
              </a:rPr>
              <a:t>Intake- </a:t>
            </a:r>
            <a:r>
              <a:rPr lang="en-US" sz="2400" dirty="0" smtClean="0">
                <a:solidFill>
                  <a:schemeClr val="bg1"/>
                </a:solidFill>
              </a:rPr>
              <a:t>31(Eve)</a:t>
            </a:r>
            <a:endParaRPr lang="en-US" sz="2400" dirty="0">
              <a:solidFill>
                <a:schemeClr val="bg1"/>
              </a:solidFill>
            </a:endParaRPr>
          </a:p>
        </p:txBody>
      </p:sp>
    </p:spTree>
    <p:extLst>
      <p:ext uri="{BB962C8B-B14F-4D97-AF65-F5344CB8AC3E}">
        <p14:creationId xmlns:p14="http://schemas.microsoft.com/office/powerpoint/2010/main" val="21476453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OSPF</a:t>
            </a:r>
          </a:p>
        </p:txBody>
      </p:sp>
      <p:sp>
        <p:nvSpPr>
          <p:cNvPr id="4" name="Parallelogram 3"/>
          <p:cNvSpPr/>
          <p:nvPr/>
        </p:nvSpPr>
        <p:spPr>
          <a:xfrm>
            <a:off x="317393" y="1379137"/>
            <a:ext cx="5602144" cy="4427621"/>
          </a:xfrm>
          <a:prstGeom prst="parallelogram">
            <a:avLst/>
          </a:prstGeom>
        </p:spPr>
        <p:style>
          <a:lnRef idx="3">
            <a:schemeClr val="lt1"/>
          </a:lnRef>
          <a:fillRef idx="1">
            <a:schemeClr val="accent1"/>
          </a:fillRef>
          <a:effectRef idx="1">
            <a:schemeClr val="accent1"/>
          </a:effectRef>
          <a:fontRef idx="minor">
            <a:schemeClr val="lt1"/>
          </a:fontRef>
        </p:style>
        <p:txBody>
          <a:bodyPr rtlCol="0" anchor="ctr"/>
          <a:lstStyle/>
          <a:p>
            <a:pPr algn="just"/>
            <a:r>
              <a:rPr lang="en-US" sz="1800" b="1" dirty="0"/>
              <a:t>OSPF is an interior gateway protocol (IGP) that routes packets within a single autonomous system (AS)</a:t>
            </a:r>
            <a:r>
              <a:rPr lang="en-US" sz="1800" dirty="0"/>
              <a:t>. OSPF uses link-state information to make routing decisions, making route calculations using the shortest-path-first (SPF) algorithm (also referred to as the </a:t>
            </a:r>
            <a:r>
              <a:rPr lang="en-US" sz="1800" dirty="0" err="1"/>
              <a:t>Dijkstra</a:t>
            </a:r>
            <a:r>
              <a:rPr lang="en-US" sz="1800" dirty="0"/>
              <a:t> algorithm).</a:t>
            </a:r>
            <a:endParaRPr lang="en-US" sz="18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2560" y="1481872"/>
            <a:ext cx="4906007" cy="4164401"/>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368870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HSRP</a:t>
            </a:r>
          </a:p>
        </p:txBody>
      </p:sp>
      <p:sp>
        <p:nvSpPr>
          <p:cNvPr id="4" name="Parallelogram 3"/>
          <p:cNvSpPr/>
          <p:nvPr/>
        </p:nvSpPr>
        <p:spPr>
          <a:xfrm>
            <a:off x="814939" y="1417638"/>
            <a:ext cx="5281061" cy="4386396"/>
          </a:xfrm>
          <a:prstGeom prst="parallelogram">
            <a:avLst/>
          </a:prstGeom>
        </p:spPr>
        <p:style>
          <a:lnRef idx="3">
            <a:schemeClr val="lt1"/>
          </a:lnRef>
          <a:fillRef idx="1">
            <a:schemeClr val="accent1"/>
          </a:fillRef>
          <a:effectRef idx="1">
            <a:schemeClr val="accent1"/>
          </a:effectRef>
          <a:fontRef idx="minor">
            <a:schemeClr val="lt1"/>
          </a:fontRef>
        </p:style>
        <p:txBody>
          <a:bodyPr rtlCol="0" anchor="ctr"/>
          <a:lstStyle/>
          <a:p>
            <a:pPr algn="just"/>
            <a:r>
              <a:rPr lang="en-US" sz="1800" dirty="0"/>
              <a:t>HSRP is a Cisco proprietary redundancy protocol that allows failover of the next-hop IP device. It operates with an Active-Standby Model where only one device is supporting end-user traffic at any time, and the other device is on standby waiting to take over should the active device fails.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1339" y="1417638"/>
            <a:ext cx="5046846" cy="4386396"/>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4241014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DHCP</a:t>
            </a:r>
          </a:p>
        </p:txBody>
      </p:sp>
      <p:sp>
        <p:nvSpPr>
          <p:cNvPr id="4" name="Parallelogram 3"/>
          <p:cNvSpPr/>
          <p:nvPr/>
        </p:nvSpPr>
        <p:spPr>
          <a:xfrm>
            <a:off x="750771" y="1486146"/>
            <a:ext cx="5909911" cy="4386396"/>
          </a:xfrm>
          <a:prstGeom prst="parallelogram">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2000" dirty="0"/>
              <a:t>Dynamic Host Configuration Protocol (DHCP) is a client/server protocol that automatically provides an Internet Protocol (IP) host with its IP address and other related configuration information such as the subnet mask and default gateway.</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5554" y="2627198"/>
            <a:ext cx="4803005" cy="3099834"/>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22734355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0;p5"/>
          <p:cNvSpPr/>
          <p:nvPr/>
        </p:nvSpPr>
        <p:spPr>
          <a:xfrm>
            <a:off x="1576252" y="2403566"/>
            <a:ext cx="9239794" cy="1445624"/>
          </a:xfrm>
          <a:prstGeom prst="roundRect">
            <a:avLst>
              <a:gd name="adj" fmla="val 16667"/>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lvl="0" algn="ctr"/>
            <a:r>
              <a:rPr lang="en-US" sz="5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Network Design</a:t>
            </a:r>
            <a:endParaRPr sz="5400" b="1" i="0" u="none" strike="noStrike" cap="none"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Arial"/>
            </a:endParaRPr>
          </a:p>
        </p:txBody>
      </p:sp>
    </p:spTree>
    <p:extLst>
      <p:ext uri="{BB962C8B-B14F-4D97-AF65-F5344CB8AC3E}">
        <p14:creationId xmlns:p14="http://schemas.microsoft.com/office/powerpoint/2010/main" val="242897656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smtClean="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University Network </a:t>
            </a:r>
            <a:r>
              <a:rPr lang="en-US"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Design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901" y="1456138"/>
            <a:ext cx="9740766" cy="4684780"/>
          </a:xfrm>
          <a:prstGeom prst="rect">
            <a:avLst/>
          </a:prstGeom>
        </p:spPr>
      </p:pic>
    </p:spTree>
    <p:extLst>
      <p:ext uri="{BB962C8B-B14F-4D97-AF65-F5344CB8AC3E}">
        <p14:creationId xmlns:p14="http://schemas.microsoft.com/office/powerpoint/2010/main" val="17244356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274638"/>
            <a:ext cx="10972800" cy="995897"/>
          </a:xfrm>
        </p:spPr>
        <p:txBody>
          <a:bodyPr>
            <a:normAutofit/>
          </a:bodyPr>
          <a:lstStyle/>
          <a:p>
            <a:pPr algn="ctr"/>
            <a:r>
              <a:rPr lang="en-US" sz="4400"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Network Design</a:t>
            </a:r>
            <a:endParaRPr lang="en-US" dirty="0">
              <a:latin typeface="Times New Roman" panose="02020603050405020304" pitchFamily="18" charset="0"/>
              <a:cs typeface="Times New Roman" panose="02020603050405020304" pitchFamily="18" charset="0"/>
            </a:endParaRPr>
          </a:p>
        </p:txBody>
      </p:sp>
      <p:sp>
        <p:nvSpPr>
          <p:cNvPr id="5" name="Rounded Rectangle 4"/>
          <p:cNvSpPr/>
          <p:nvPr/>
        </p:nvSpPr>
        <p:spPr>
          <a:xfrm>
            <a:off x="761163" y="2341858"/>
            <a:ext cx="3781962" cy="46261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t>Core Layer</a:t>
            </a:r>
          </a:p>
        </p:txBody>
      </p:sp>
      <p:sp>
        <p:nvSpPr>
          <p:cNvPr id="7" name="Rounded Rectangle 6"/>
          <p:cNvSpPr/>
          <p:nvPr/>
        </p:nvSpPr>
        <p:spPr>
          <a:xfrm>
            <a:off x="8187888" y="1908721"/>
            <a:ext cx="3394512" cy="43313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t>Server</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3034363"/>
            <a:ext cx="3818417" cy="2442411"/>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8492" y="4961687"/>
            <a:ext cx="3435527" cy="654084"/>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55425" y="2573166"/>
            <a:ext cx="3264068" cy="2903608"/>
          </a:xfrm>
          <a:prstGeom prst="rect">
            <a:avLst/>
          </a:prstGeom>
        </p:spPr>
      </p:pic>
      <p:sp>
        <p:nvSpPr>
          <p:cNvPr id="12" name="Rounded Rectangle 11"/>
          <p:cNvSpPr/>
          <p:nvPr/>
        </p:nvSpPr>
        <p:spPr>
          <a:xfrm>
            <a:off x="4786894" y="4255568"/>
            <a:ext cx="2951817" cy="46261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t>ISP Setup</a:t>
            </a:r>
          </a:p>
        </p:txBody>
      </p:sp>
    </p:spTree>
    <p:extLst>
      <p:ext uri="{BB962C8B-B14F-4D97-AF65-F5344CB8AC3E}">
        <p14:creationId xmlns:p14="http://schemas.microsoft.com/office/powerpoint/2010/main" val="34054515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274638"/>
            <a:ext cx="10972800" cy="995897"/>
          </a:xfrm>
        </p:spPr>
        <p:txBody>
          <a:bodyPr>
            <a:normAutofit/>
          </a:bodyPr>
          <a:lstStyle/>
          <a:p>
            <a:pPr algn="ctr"/>
            <a:r>
              <a:rPr lang="en-US" sz="4400"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Network Design</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5170" y="1701652"/>
            <a:ext cx="2666197" cy="4481003"/>
          </a:xfrm>
          <a:prstGeom prst="rect">
            <a:avLst/>
          </a:prstGeom>
        </p:spPr>
      </p:pic>
      <p:sp>
        <p:nvSpPr>
          <p:cNvPr id="5" name="Rounded Rectangle 4"/>
          <p:cNvSpPr/>
          <p:nvPr/>
        </p:nvSpPr>
        <p:spPr>
          <a:xfrm>
            <a:off x="1751796" y="1395660"/>
            <a:ext cx="2444816" cy="37538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t>Building 1</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2932" y="2472513"/>
            <a:ext cx="6690500" cy="3505533"/>
          </a:xfrm>
          <a:prstGeom prst="rect">
            <a:avLst/>
          </a:prstGeom>
        </p:spPr>
      </p:pic>
      <p:sp>
        <p:nvSpPr>
          <p:cNvPr id="7" name="Rounded Rectangle 6"/>
          <p:cNvSpPr/>
          <p:nvPr/>
        </p:nvSpPr>
        <p:spPr>
          <a:xfrm>
            <a:off x="4599932" y="1992429"/>
            <a:ext cx="6488371" cy="43313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t>Building 2</a:t>
            </a:r>
          </a:p>
        </p:txBody>
      </p:sp>
    </p:spTree>
    <p:extLst>
      <p:ext uri="{BB962C8B-B14F-4D97-AF65-F5344CB8AC3E}">
        <p14:creationId xmlns:p14="http://schemas.microsoft.com/office/powerpoint/2010/main" val="40738016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274638"/>
            <a:ext cx="10972800" cy="995897"/>
          </a:xfrm>
        </p:spPr>
        <p:txBody>
          <a:bodyPr>
            <a:normAutofit/>
          </a:bodyPr>
          <a:lstStyle/>
          <a:p>
            <a:pPr algn="ctr"/>
            <a:r>
              <a:rPr lang="en-US" sz="4400"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Network Design</a:t>
            </a:r>
            <a:endParaRPr lang="en-US" dirty="0">
              <a:latin typeface="Times New Roman" panose="02020603050405020304" pitchFamily="18" charset="0"/>
              <a:cs typeface="Times New Roman" panose="02020603050405020304" pitchFamily="18" charset="0"/>
            </a:endParaRPr>
          </a:p>
        </p:txBody>
      </p:sp>
      <p:sp>
        <p:nvSpPr>
          <p:cNvPr id="5" name="Rounded Rectangle 4"/>
          <p:cNvSpPr/>
          <p:nvPr/>
        </p:nvSpPr>
        <p:spPr>
          <a:xfrm>
            <a:off x="1057005" y="1703065"/>
            <a:ext cx="4483347" cy="46261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t>Building 3</a:t>
            </a:r>
          </a:p>
        </p:txBody>
      </p:sp>
      <p:sp>
        <p:nvSpPr>
          <p:cNvPr id="7" name="Rounded Rectangle 6"/>
          <p:cNvSpPr/>
          <p:nvPr/>
        </p:nvSpPr>
        <p:spPr>
          <a:xfrm>
            <a:off x="5768739" y="1722322"/>
            <a:ext cx="5685324" cy="43313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t>Building 4</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55855" y="2184335"/>
            <a:ext cx="6013761" cy="3475319"/>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502" y="2184336"/>
            <a:ext cx="4714354" cy="3677450"/>
          </a:xfrm>
          <a:prstGeom prst="rect">
            <a:avLst/>
          </a:prstGeom>
        </p:spPr>
      </p:pic>
    </p:spTree>
    <p:extLst>
      <p:ext uri="{BB962C8B-B14F-4D97-AF65-F5344CB8AC3E}">
        <p14:creationId xmlns:p14="http://schemas.microsoft.com/office/powerpoint/2010/main" val="1480876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274638"/>
            <a:ext cx="10972800" cy="995897"/>
          </a:xfrm>
        </p:spPr>
        <p:txBody>
          <a:bodyPr>
            <a:normAutofit/>
          </a:bodyPr>
          <a:lstStyle/>
          <a:p>
            <a:pPr algn="ctr"/>
            <a:r>
              <a:rPr lang="en-US" sz="4400"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Network Design</a:t>
            </a:r>
            <a:endParaRPr lang="en-US" dirty="0">
              <a:latin typeface="Times New Roman" panose="02020603050405020304" pitchFamily="18" charset="0"/>
              <a:cs typeface="Times New Roman" panose="02020603050405020304" pitchFamily="18" charset="0"/>
            </a:endParaRPr>
          </a:p>
        </p:txBody>
      </p:sp>
      <p:sp>
        <p:nvSpPr>
          <p:cNvPr id="5" name="Rounded Rectangle 4"/>
          <p:cNvSpPr/>
          <p:nvPr/>
        </p:nvSpPr>
        <p:spPr>
          <a:xfrm>
            <a:off x="827773" y="2077140"/>
            <a:ext cx="5168766" cy="46261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t>Building 5</a:t>
            </a:r>
          </a:p>
        </p:txBody>
      </p:sp>
      <p:sp>
        <p:nvSpPr>
          <p:cNvPr id="7" name="Rounded Rectangle 6"/>
          <p:cNvSpPr/>
          <p:nvPr/>
        </p:nvSpPr>
        <p:spPr>
          <a:xfrm>
            <a:off x="6616170" y="2067515"/>
            <a:ext cx="4639378" cy="43313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t>Building 6</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5940" y="2520509"/>
            <a:ext cx="5039838" cy="3390712"/>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2588596"/>
            <a:ext cx="5806340" cy="3254539"/>
          </a:xfrm>
          <a:prstGeom prst="rect">
            <a:avLst/>
          </a:prstGeom>
        </p:spPr>
      </p:pic>
    </p:spTree>
    <p:extLst>
      <p:ext uri="{BB962C8B-B14F-4D97-AF65-F5344CB8AC3E}">
        <p14:creationId xmlns:p14="http://schemas.microsoft.com/office/powerpoint/2010/main" val="5897880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7"/>
          <p:cNvSpPr txBox="1">
            <a:spLocks noGrp="1"/>
          </p:cNvSpPr>
          <p:nvPr>
            <p:ph type="title"/>
          </p:nvPr>
        </p:nvSpPr>
        <p:spPr>
          <a:xfrm>
            <a:off x="3993027" y="4807536"/>
            <a:ext cx="4137352" cy="1547009"/>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2"/>
              </a:buClr>
              <a:buSzPts val="1800"/>
              <a:buNone/>
            </a:pPr>
            <a:r>
              <a:rPr lang="en-US" sz="4400" dirty="0">
                <a:solidFill>
                  <a:schemeClr val="dk1"/>
                </a:solidFill>
              </a:rPr>
              <a:t>Thank </a:t>
            </a:r>
            <a:r>
              <a:rPr lang="en-US" sz="4400" dirty="0" smtClean="0">
                <a:solidFill>
                  <a:schemeClr val="dk1"/>
                </a:solidFill>
              </a:rPr>
              <a:t>You</a:t>
            </a:r>
            <a:endParaRPr sz="4400" dirty="0">
              <a:solidFill>
                <a:schemeClr val="dk1"/>
              </a:solidFill>
            </a:endParaRPr>
          </a:p>
        </p:txBody>
      </p:sp>
      <p:pic>
        <p:nvPicPr>
          <p:cNvPr id="200" name="Google Shape;200;p37" descr="C:\Users\aminu\OneDrive\Desktop\bubt.png"/>
          <p:cNvPicPr preferRelativeResize="0"/>
          <p:nvPr/>
        </p:nvPicPr>
        <p:blipFill rotWithShape="1">
          <a:blip r:embed="rId3">
            <a:alphaModFix/>
          </a:blip>
          <a:srcRect/>
          <a:stretch/>
        </p:blipFill>
        <p:spPr>
          <a:xfrm>
            <a:off x="3993027" y="605029"/>
            <a:ext cx="3989869" cy="3929918"/>
          </a:xfrm>
          <a:prstGeom prst="rect">
            <a:avLst/>
          </a:prstGeom>
          <a:noFill/>
          <a:ln>
            <a:noFill/>
          </a:ln>
          <a:effectLst>
            <a:outerShdw blurRad="292100" dist="139700" dir="2700000" algn="tl" rotWithShape="0">
              <a:srgbClr val="333333">
                <a:alpha val="64705"/>
              </a:srgbClr>
            </a:outerShdw>
          </a:effectLst>
        </p:spPr>
      </p:pic>
    </p:spTree>
  </p:cSld>
  <p:clrMapOvr>
    <a:masterClrMapping/>
  </p:clrMapOvr>
</p:sld>
</file>

<file path=ppt/theme/theme1.xml><?xml version="1.0" encoding="utf-8"?>
<a:theme xmlns:a="http://schemas.openxmlformats.org/drawingml/2006/main" name="Concourse">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602</TotalTime>
  <Words>843</Words>
  <Application>Microsoft Office PowerPoint</Application>
  <PresentationFormat>Widescreen</PresentationFormat>
  <Paragraphs>123</Paragraphs>
  <Slides>31</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Arial</vt:lpstr>
      <vt:lpstr>Arial Rounded</vt:lpstr>
      <vt:lpstr>Calibri</vt:lpstr>
      <vt:lpstr>Courier New</vt:lpstr>
      <vt:lpstr>Lucida Sans</vt:lpstr>
      <vt:lpstr>Noto Sans Symbols</vt:lpstr>
      <vt:lpstr>Times New Roman</vt:lpstr>
      <vt:lpstr>Verdana</vt:lpstr>
      <vt:lpstr>Concourse</vt:lpstr>
      <vt:lpstr>Welcome  To  Our Presentation </vt:lpstr>
      <vt:lpstr>Group Member Name</vt:lpstr>
      <vt:lpstr>PowerPoint Presentation</vt:lpstr>
      <vt:lpstr>Thoufique Hasan Rakib</vt:lpstr>
      <vt:lpstr>Table of Content</vt:lpstr>
      <vt:lpstr>Introduction</vt:lpstr>
      <vt:lpstr>Objectives</vt:lpstr>
      <vt:lpstr>Methodology</vt:lpstr>
      <vt:lpstr>Scope</vt:lpstr>
      <vt:lpstr>Prottay Kumar Biswas</vt:lpstr>
      <vt:lpstr>Hierarchical Internetworking Model</vt:lpstr>
      <vt:lpstr>Core Layer</vt:lpstr>
      <vt:lpstr>Distribution Layer</vt:lpstr>
      <vt:lpstr>Access Layer</vt:lpstr>
      <vt:lpstr>PowerPoint Presentation</vt:lpstr>
      <vt:lpstr>Network Component</vt:lpstr>
      <vt:lpstr>PowerPoint Presentation</vt:lpstr>
      <vt:lpstr>Configuration</vt:lpstr>
      <vt:lpstr>VLAN</vt:lpstr>
      <vt:lpstr>TELNET</vt:lpstr>
      <vt:lpstr>Md. Aminur Rhman</vt:lpstr>
      <vt:lpstr>OSPF</vt:lpstr>
      <vt:lpstr>HSRP</vt:lpstr>
      <vt:lpstr>DHCP</vt:lpstr>
      <vt:lpstr>PowerPoint Presentation</vt:lpstr>
      <vt:lpstr>University Network Design</vt:lpstr>
      <vt:lpstr>Network Design</vt:lpstr>
      <vt:lpstr>Network Design</vt:lpstr>
      <vt:lpstr>Network Design</vt:lpstr>
      <vt:lpstr>Network Design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Our Presentation </dc:title>
  <dc:creator>Shihab Abrar</dc:creator>
  <cp:lastModifiedBy>Aminur Rony</cp:lastModifiedBy>
  <cp:revision>59</cp:revision>
  <dcterms:created xsi:type="dcterms:W3CDTF">2021-07-29T05:29:46Z</dcterms:created>
  <dcterms:modified xsi:type="dcterms:W3CDTF">2022-12-04T22:06:11Z</dcterms:modified>
</cp:coreProperties>
</file>